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4" r:id="rId8"/>
    <p:sldId id="262" r:id="rId9"/>
    <p:sldId id="265" r:id="rId10"/>
    <p:sldId id="266" r:id="rId11"/>
    <p:sldId id="267" r:id="rId12"/>
    <p:sldId id="268" r:id="rId13"/>
    <p:sldId id="269" r:id="rId14"/>
    <p:sldId id="270" r:id="rId15"/>
    <p:sldId id="263"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AB2B629-4034-41EA-91F9-D9781BEF646C}" v="8" dt="2025-05-14T11:34:41.34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99" d="100"/>
          <a:sy n="99" d="100"/>
        </p:scale>
        <p:origin x="90" y="34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mar ashraf" userId="83b193892fd41279" providerId="LiveId" clId="{FAB2B629-4034-41EA-91F9-D9781BEF646C}"/>
    <pc:docChg chg="undo custSel addSld modSld sldOrd">
      <pc:chgData name="omar ashraf" userId="83b193892fd41279" providerId="LiveId" clId="{FAB2B629-4034-41EA-91F9-D9781BEF646C}" dt="2025-05-14T11:36:57.386" v="1617" actId="1076"/>
      <pc:docMkLst>
        <pc:docMk/>
      </pc:docMkLst>
      <pc:sldChg chg="modSp add mod ord">
        <pc:chgData name="omar ashraf" userId="83b193892fd41279" providerId="LiveId" clId="{FAB2B629-4034-41EA-91F9-D9781BEF646C}" dt="2025-05-12T14:44:51.405" v="187" actId="20577"/>
        <pc:sldMkLst>
          <pc:docMk/>
          <pc:sldMk cId="143170698" sldId="260"/>
        </pc:sldMkLst>
        <pc:spChg chg="mod">
          <ac:chgData name="omar ashraf" userId="83b193892fd41279" providerId="LiveId" clId="{FAB2B629-4034-41EA-91F9-D9781BEF646C}" dt="2025-05-12T14:44:51.405" v="187" actId="20577"/>
          <ac:spMkLst>
            <pc:docMk/>
            <pc:sldMk cId="143170698" sldId="260"/>
            <ac:spMk id="4" creationId="{6C78ACF4-4CCA-834B-5EFD-3956966D46E7}"/>
          </ac:spMkLst>
        </pc:spChg>
        <pc:picChg chg="mod">
          <ac:chgData name="omar ashraf" userId="83b193892fd41279" providerId="LiveId" clId="{FAB2B629-4034-41EA-91F9-D9781BEF646C}" dt="2025-05-12T14:44:49.407" v="186" actId="1076"/>
          <ac:picMkLst>
            <pc:docMk/>
            <pc:sldMk cId="143170698" sldId="260"/>
            <ac:picMk id="6" creationId="{2856CBFF-C6A3-AFB6-DF89-5C0847FA6CAE}"/>
          </ac:picMkLst>
        </pc:picChg>
      </pc:sldChg>
      <pc:sldChg chg="modSp add mod">
        <pc:chgData name="omar ashraf" userId="83b193892fd41279" providerId="LiveId" clId="{FAB2B629-4034-41EA-91F9-D9781BEF646C}" dt="2025-05-12T14:45:57.108" v="330" actId="313"/>
        <pc:sldMkLst>
          <pc:docMk/>
          <pc:sldMk cId="3206615977" sldId="261"/>
        </pc:sldMkLst>
        <pc:spChg chg="mod">
          <ac:chgData name="omar ashraf" userId="83b193892fd41279" providerId="LiveId" clId="{FAB2B629-4034-41EA-91F9-D9781BEF646C}" dt="2025-05-12T14:45:57.108" v="330" actId="313"/>
          <ac:spMkLst>
            <pc:docMk/>
            <pc:sldMk cId="3206615977" sldId="261"/>
            <ac:spMk id="4" creationId="{67A841E9-4956-5585-936B-A99E420948FE}"/>
          </ac:spMkLst>
        </pc:spChg>
        <pc:picChg chg="mod">
          <ac:chgData name="omar ashraf" userId="83b193892fd41279" providerId="LiveId" clId="{FAB2B629-4034-41EA-91F9-D9781BEF646C}" dt="2025-05-12T14:45:04.874" v="189" actId="14826"/>
          <ac:picMkLst>
            <pc:docMk/>
            <pc:sldMk cId="3206615977" sldId="261"/>
            <ac:picMk id="6" creationId="{4A153E5D-AC94-380A-B440-A35B2DA094C9}"/>
          </ac:picMkLst>
        </pc:picChg>
      </pc:sldChg>
      <pc:sldChg chg="modSp add mod">
        <pc:chgData name="omar ashraf" userId="83b193892fd41279" providerId="LiveId" clId="{FAB2B629-4034-41EA-91F9-D9781BEF646C}" dt="2025-05-12T14:46:36.361" v="445" actId="20577"/>
        <pc:sldMkLst>
          <pc:docMk/>
          <pc:sldMk cId="3684207967" sldId="262"/>
        </pc:sldMkLst>
        <pc:spChg chg="mod">
          <ac:chgData name="omar ashraf" userId="83b193892fd41279" providerId="LiveId" clId="{FAB2B629-4034-41EA-91F9-D9781BEF646C}" dt="2025-05-12T14:46:36.361" v="445" actId="20577"/>
          <ac:spMkLst>
            <pc:docMk/>
            <pc:sldMk cId="3684207967" sldId="262"/>
            <ac:spMk id="4" creationId="{3EBF1D0B-4F6A-755F-741B-648CF7C4E7D6}"/>
          </ac:spMkLst>
        </pc:spChg>
        <pc:picChg chg="mod">
          <ac:chgData name="omar ashraf" userId="83b193892fd41279" providerId="LiveId" clId="{FAB2B629-4034-41EA-91F9-D9781BEF646C}" dt="2025-05-12T14:46:06.265" v="332" actId="14826"/>
          <ac:picMkLst>
            <pc:docMk/>
            <pc:sldMk cId="3684207967" sldId="262"/>
            <ac:picMk id="6" creationId="{9CCD461C-8003-C4AD-1352-7C5D5A0B29CB}"/>
          </ac:picMkLst>
        </pc:picChg>
      </pc:sldChg>
      <pc:sldChg chg="delSp modSp add mod">
        <pc:chgData name="omar ashraf" userId="83b193892fd41279" providerId="LiveId" clId="{FAB2B629-4034-41EA-91F9-D9781BEF646C}" dt="2025-05-14T11:36:57.386" v="1617" actId="1076"/>
        <pc:sldMkLst>
          <pc:docMk/>
          <pc:sldMk cId="4152023571" sldId="263"/>
        </pc:sldMkLst>
        <pc:spChg chg="mod">
          <ac:chgData name="omar ashraf" userId="83b193892fd41279" providerId="LiveId" clId="{FAB2B629-4034-41EA-91F9-D9781BEF646C}" dt="2025-05-14T11:36:57.386" v="1617" actId="1076"/>
          <ac:spMkLst>
            <pc:docMk/>
            <pc:sldMk cId="4152023571" sldId="263"/>
            <ac:spMk id="4" creationId="{55AC7B50-B6B2-1282-38B8-6C363D017974}"/>
          </ac:spMkLst>
        </pc:spChg>
      </pc:sldChg>
      <pc:sldChg chg="modSp add mod">
        <pc:chgData name="omar ashraf" userId="83b193892fd41279" providerId="LiveId" clId="{FAB2B629-4034-41EA-91F9-D9781BEF646C}" dt="2025-05-14T11:29:15.177" v="684" actId="1076"/>
        <pc:sldMkLst>
          <pc:docMk/>
          <pc:sldMk cId="2996381320" sldId="264"/>
        </pc:sldMkLst>
        <pc:spChg chg="mod">
          <ac:chgData name="omar ashraf" userId="83b193892fd41279" providerId="LiveId" clId="{FAB2B629-4034-41EA-91F9-D9781BEF646C}" dt="2025-05-14T11:29:09.986" v="683" actId="313"/>
          <ac:spMkLst>
            <pc:docMk/>
            <pc:sldMk cId="2996381320" sldId="264"/>
            <ac:spMk id="4" creationId="{C20A4378-4D1F-4B5D-5E1B-E9F2F52431D6}"/>
          </ac:spMkLst>
        </pc:spChg>
        <pc:picChg chg="mod modCrop">
          <ac:chgData name="omar ashraf" userId="83b193892fd41279" providerId="LiveId" clId="{FAB2B629-4034-41EA-91F9-D9781BEF646C}" dt="2025-05-14T11:29:15.177" v="684" actId="1076"/>
          <ac:picMkLst>
            <pc:docMk/>
            <pc:sldMk cId="2996381320" sldId="264"/>
            <ac:picMk id="6" creationId="{97004C22-7D6D-815B-16CE-776ED6643845}"/>
          </ac:picMkLst>
        </pc:picChg>
      </pc:sldChg>
      <pc:sldChg chg="modSp add mod">
        <pc:chgData name="omar ashraf" userId="83b193892fd41279" providerId="LiveId" clId="{FAB2B629-4034-41EA-91F9-D9781BEF646C}" dt="2025-05-14T11:31:12.451" v="867" actId="14100"/>
        <pc:sldMkLst>
          <pc:docMk/>
          <pc:sldMk cId="1131422870" sldId="265"/>
        </pc:sldMkLst>
        <pc:spChg chg="mod">
          <ac:chgData name="omar ashraf" userId="83b193892fd41279" providerId="LiveId" clId="{FAB2B629-4034-41EA-91F9-D9781BEF646C}" dt="2025-05-14T11:30:41.850" v="853" actId="20577"/>
          <ac:spMkLst>
            <pc:docMk/>
            <pc:sldMk cId="1131422870" sldId="265"/>
            <ac:spMk id="4" creationId="{32D19EE3-E073-856E-AE6A-0E9D37AAA36A}"/>
          </ac:spMkLst>
        </pc:spChg>
        <pc:picChg chg="mod modCrop">
          <ac:chgData name="omar ashraf" userId="83b193892fd41279" providerId="LiveId" clId="{FAB2B629-4034-41EA-91F9-D9781BEF646C}" dt="2025-05-14T11:31:12.451" v="867" actId="14100"/>
          <ac:picMkLst>
            <pc:docMk/>
            <pc:sldMk cId="1131422870" sldId="265"/>
            <ac:picMk id="6" creationId="{6B070A33-01D2-63AA-6FCE-232FF6466F02}"/>
          </ac:picMkLst>
        </pc:picChg>
      </pc:sldChg>
      <pc:sldChg chg="addSp delSp modSp add mod">
        <pc:chgData name="omar ashraf" userId="83b193892fd41279" providerId="LiveId" clId="{FAB2B629-4034-41EA-91F9-D9781BEF646C}" dt="2025-05-14T11:32:28.072" v="1056" actId="1076"/>
        <pc:sldMkLst>
          <pc:docMk/>
          <pc:sldMk cId="2368600844" sldId="266"/>
        </pc:sldMkLst>
        <pc:spChg chg="add mod">
          <ac:chgData name="omar ashraf" userId="83b193892fd41279" providerId="LiveId" clId="{FAB2B629-4034-41EA-91F9-D9781BEF646C}" dt="2025-05-14T11:32:06.499" v="1051" actId="20577"/>
          <ac:spMkLst>
            <pc:docMk/>
            <pc:sldMk cId="2368600844" sldId="266"/>
            <ac:spMk id="2" creationId="{0655FC1C-9ABB-CC4E-B2FE-A6F5BE6D5152}"/>
          </ac:spMkLst>
        </pc:spChg>
        <pc:spChg chg="del mod">
          <ac:chgData name="omar ashraf" userId="83b193892fd41279" providerId="LiveId" clId="{FAB2B629-4034-41EA-91F9-D9781BEF646C}" dt="2025-05-14T11:30:58.324" v="863"/>
          <ac:spMkLst>
            <pc:docMk/>
            <pc:sldMk cId="2368600844" sldId="266"/>
            <ac:spMk id="4" creationId="{C0D2FA90-4A46-2168-2345-C32472E86FB2}"/>
          </ac:spMkLst>
        </pc:spChg>
        <pc:picChg chg="mod modCrop">
          <ac:chgData name="omar ashraf" userId="83b193892fd41279" providerId="LiveId" clId="{FAB2B629-4034-41EA-91F9-D9781BEF646C}" dt="2025-05-14T11:32:28.072" v="1056" actId="1076"/>
          <ac:picMkLst>
            <pc:docMk/>
            <pc:sldMk cId="2368600844" sldId="266"/>
            <ac:picMk id="6" creationId="{19D6ADB8-0BAF-B685-C261-151E6B309AD9}"/>
          </ac:picMkLst>
        </pc:picChg>
      </pc:sldChg>
      <pc:sldChg chg="modSp add mod">
        <pc:chgData name="omar ashraf" userId="83b193892fd41279" providerId="LiveId" clId="{FAB2B629-4034-41EA-91F9-D9781BEF646C}" dt="2025-05-14T11:33:49.836" v="1164" actId="1076"/>
        <pc:sldMkLst>
          <pc:docMk/>
          <pc:sldMk cId="1123309385" sldId="267"/>
        </pc:sldMkLst>
        <pc:spChg chg="mod">
          <ac:chgData name="omar ashraf" userId="83b193892fd41279" providerId="LiveId" clId="{FAB2B629-4034-41EA-91F9-D9781BEF646C}" dt="2025-05-14T11:32:54.556" v="1151" actId="20577"/>
          <ac:spMkLst>
            <pc:docMk/>
            <pc:sldMk cId="1123309385" sldId="267"/>
            <ac:spMk id="2" creationId="{DC8D1C56-3267-DAF9-374C-A89ACC835644}"/>
          </ac:spMkLst>
        </pc:spChg>
        <pc:picChg chg="mod modCrop">
          <ac:chgData name="omar ashraf" userId="83b193892fd41279" providerId="LiveId" clId="{FAB2B629-4034-41EA-91F9-D9781BEF646C}" dt="2025-05-14T11:33:49.836" v="1164" actId="1076"/>
          <ac:picMkLst>
            <pc:docMk/>
            <pc:sldMk cId="1123309385" sldId="267"/>
            <ac:picMk id="6" creationId="{2F3EB1F3-9E7D-D1AD-8F8E-40086E624A6B}"/>
          </ac:picMkLst>
        </pc:picChg>
      </pc:sldChg>
      <pc:sldChg chg="modSp add mod">
        <pc:chgData name="omar ashraf" userId="83b193892fd41279" providerId="LiveId" clId="{FAB2B629-4034-41EA-91F9-D9781BEF646C}" dt="2025-05-14T11:35:14.022" v="1334" actId="20577"/>
        <pc:sldMkLst>
          <pc:docMk/>
          <pc:sldMk cId="3273176650" sldId="268"/>
        </pc:sldMkLst>
        <pc:spChg chg="mod">
          <ac:chgData name="omar ashraf" userId="83b193892fd41279" providerId="LiveId" clId="{FAB2B629-4034-41EA-91F9-D9781BEF646C}" dt="2025-05-14T11:35:14.022" v="1334" actId="20577"/>
          <ac:spMkLst>
            <pc:docMk/>
            <pc:sldMk cId="3273176650" sldId="268"/>
            <ac:spMk id="2" creationId="{173D98D2-C60F-8741-8149-747B34A018BF}"/>
          </ac:spMkLst>
        </pc:spChg>
        <pc:picChg chg="mod modCrop">
          <ac:chgData name="omar ashraf" userId="83b193892fd41279" providerId="LiveId" clId="{FAB2B629-4034-41EA-91F9-D9781BEF646C}" dt="2025-05-14T11:35:02.966" v="1278" actId="1076"/>
          <ac:picMkLst>
            <pc:docMk/>
            <pc:sldMk cId="3273176650" sldId="268"/>
            <ac:picMk id="6" creationId="{B6CFB621-9C86-6C61-847D-55B7AAE82916}"/>
          </ac:picMkLst>
        </pc:picChg>
      </pc:sldChg>
      <pc:sldChg chg="modSp add mod">
        <pc:chgData name="omar ashraf" userId="83b193892fd41279" providerId="LiveId" clId="{FAB2B629-4034-41EA-91F9-D9781BEF646C}" dt="2025-05-14T11:35:58.816" v="1477" actId="20577"/>
        <pc:sldMkLst>
          <pc:docMk/>
          <pc:sldMk cId="3106860611" sldId="269"/>
        </pc:sldMkLst>
        <pc:spChg chg="mod">
          <ac:chgData name="omar ashraf" userId="83b193892fd41279" providerId="LiveId" clId="{FAB2B629-4034-41EA-91F9-D9781BEF646C}" dt="2025-05-14T11:35:58.816" v="1477" actId="20577"/>
          <ac:spMkLst>
            <pc:docMk/>
            <pc:sldMk cId="3106860611" sldId="269"/>
            <ac:spMk id="2" creationId="{F24BEE01-7802-FA16-6E8C-7D805CBC1E6E}"/>
          </ac:spMkLst>
        </pc:spChg>
        <pc:picChg chg="mod modCrop">
          <ac:chgData name="omar ashraf" userId="83b193892fd41279" providerId="LiveId" clId="{FAB2B629-4034-41EA-91F9-D9781BEF646C}" dt="2025-05-14T11:35:32.944" v="1338" actId="1076"/>
          <ac:picMkLst>
            <pc:docMk/>
            <pc:sldMk cId="3106860611" sldId="269"/>
            <ac:picMk id="6" creationId="{A926BB38-2479-6170-A039-819FFF3016E3}"/>
          </ac:picMkLst>
        </pc:picChg>
      </pc:sldChg>
      <pc:sldChg chg="modSp add mod">
        <pc:chgData name="omar ashraf" userId="83b193892fd41279" providerId="LiveId" clId="{FAB2B629-4034-41EA-91F9-D9781BEF646C}" dt="2025-05-14T11:36:42.704" v="1605" actId="20577"/>
        <pc:sldMkLst>
          <pc:docMk/>
          <pc:sldMk cId="3224210389" sldId="270"/>
        </pc:sldMkLst>
        <pc:spChg chg="mod">
          <ac:chgData name="omar ashraf" userId="83b193892fd41279" providerId="LiveId" clId="{FAB2B629-4034-41EA-91F9-D9781BEF646C}" dt="2025-05-14T11:36:42.704" v="1605" actId="20577"/>
          <ac:spMkLst>
            <pc:docMk/>
            <pc:sldMk cId="3224210389" sldId="270"/>
            <ac:spMk id="2" creationId="{DD682299-DC5D-7F78-4E9A-2CA6141DFC80}"/>
          </ac:spMkLst>
        </pc:spChg>
        <pc:picChg chg="mod modCrop">
          <ac:chgData name="omar ashraf" userId="83b193892fd41279" providerId="LiveId" clId="{FAB2B629-4034-41EA-91F9-D9781BEF646C}" dt="2025-05-14T11:36:16.117" v="1482" actId="1076"/>
          <ac:picMkLst>
            <pc:docMk/>
            <pc:sldMk cId="3224210389" sldId="270"/>
            <ac:picMk id="6" creationId="{B8E70A6F-7D6F-CEF3-B8E4-F19B0DDCACF6}"/>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p:nvPr/>
        </p:nvSpPr>
        <p:spPr>
          <a:xfrm>
            <a:off x="517870" y="6209925"/>
            <a:ext cx="11155680" cy="45719"/>
          </a:xfrm>
          <a:custGeom>
            <a:avLst/>
            <a:gdLst>
              <a:gd name="connsiteX0" fmla="*/ 0 w 8715708"/>
              <a:gd name="connsiteY0" fmla="*/ 0 h 45719"/>
              <a:gd name="connsiteX1" fmla="*/ 3694525 w 8715708"/>
              <a:gd name="connsiteY1" fmla="*/ 0 h 45719"/>
              <a:gd name="connsiteX2" fmla="*/ 5021183 w 8715708"/>
              <a:gd name="connsiteY2" fmla="*/ 0 h 45719"/>
              <a:gd name="connsiteX3" fmla="*/ 8715708 w 8715708"/>
              <a:gd name="connsiteY3" fmla="*/ 0 h 45719"/>
              <a:gd name="connsiteX4" fmla="*/ 8715708 w 8715708"/>
              <a:gd name="connsiteY4" fmla="*/ 45719 h 45719"/>
              <a:gd name="connsiteX5" fmla="*/ 5021183 w 8715708"/>
              <a:gd name="connsiteY5" fmla="*/ 45719 h 45719"/>
              <a:gd name="connsiteX6" fmla="*/ 3694525 w 8715708"/>
              <a:gd name="connsiteY6" fmla="*/ 45719 h 45719"/>
              <a:gd name="connsiteX7" fmla="*/ 0 w 8715708"/>
              <a:gd name="connsiteY7" fmla="*/ 45719 h 4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B2327B2-BA4B-2C04-0751-5CB63D4AA425}"/>
              </a:ext>
            </a:extLst>
          </p:cNvPr>
          <p:cNvSpPr>
            <a:spLocks noGrp="1"/>
          </p:cNvSpPr>
          <p:nvPr>
            <p:ph type="ctrTitle"/>
          </p:nvPr>
        </p:nvSpPr>
        <p:spPr>
          <a:xfrm>
            <a:off x="521208" y="978408"/>
            <a:ext cx="11155680" cy="3429000"/>
          </a:xfrm>
        </p:spPr>
        <p:txBody>
          <a:bodyPr anchor="t">
            <a:normAutofit/>
          </a:bodyPr>
          <a:lstStyle>
            <a:lvl1pPr algn="l">
              <a:defRPr sz="7200"/>
            </a:lvl1pPr>
          </a:lstStyle>
          <a:p>
            <a:r>
              <a:rPr lang="en-US" dirty="0"/>
              <a:t>Click to edit Master title style</a:t>
            </a:r>
          </a:p>
        </p:txBody>
      </p:sp>
      <p:sp>
        <p:nvSpPr>
          <p:cNvPr id="3" name="Subtitle 2">
            <a:extLst>
              <a:ext uri="{FF2B5EF4-FFF2-40B4-BE49-F238E27FC236}">
                <a16:creationId xmlns:a16="http://schemas.microsoft.com/office/drawing/2014/main" id="{E7201176-DC7A-4C3D-3D8F-352526DA7B5D}"/>
              </a:ext>
            </a:extLst>
          </p:cNvPr>
          <p:cNvSpPr>
            <a:spLocks noGrp="1"/>
          </p:cNvSpPr>
          <p:nvPr>
            <p:ph type="subTitle" idx="1"/>
          </p:nvPr>
        </p:nvSpPr>
        <p:spPr>
          <a:xfrm>
            <a:off x="521208" y="4480560"/>
            <a:ext cx="7104888" cy="1399032"/>
          </a:xfrm>
        </p:spPr>
        <p:txBody>
          <a:bodyPr anchor="b">
            <a:normAutofit/>
          </a:bodyPr>
          <a:lstStyle>
            <a:lvl1pPr marL="0" indent="0" algn="l">
              <a:buNone/>
              <a:defRPr sz="22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7DC221-9A2E-7459-102F-C3CFB27CC389}"/>
              </a:ext>
            </a:extLst>
          </p:cNvPr>
          <p:cNvSpPr>
            <a:spLocks noGrp="1"/>
          </p:cNvSpPr>
          <p:nvPr>
            <p:ph type="dt" sz="half" idx="10"/>
          </p:nvPr>
        </p:nvSpPr>
        <p:spPr/>
        <p:txBody>
          <a:bodyPr/>
          <a:lstStyle/>
          <a:p>
            <a:fld id="{E80C50CD-E178-4744-9B35-B2F624D6C5E9}" type="datetimeFigureOut">
              <a:rPr lang="en-US" smtClean="0"/>
              <a:t>5/14/2025</a:t>
            </a:fld>
            <a:endParaRPr lang="en-US"/>
          </a:p>
        </p:txBody>
      </p:sp>
      <p:sp>
        <p:nvSpPr>
          <p:cNvPr id="5" name="Footer Placeholder 4">
            <a:extLst>
              <a:ext uri="{FF2B5EF4-FFF2-40B4-BE49-F238E27FC236}">
                <a16:creationId xmlns:a16="http://schemas.microsoft.com/office/drawing/2014/main" id="{A5020671-6F7D-3A03-EEC1-661A87F96F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53D3A-E0F9-8386-2A6C-96671FBB15A5}"/>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3173315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26D03-149A-DAB3-4B2A-E9B74F2E25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C1E73D-41A7-9934-0990-9208B95232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BB2A3F-E719-673C-5D56-F663712D0E7F}"/>
              </a:ext>
            </a:extLst>
          </p:cNvPr>
          <p:cNvSpPr>
            <a:spLocks noGrp="1"/>
          </p:cNvSpPr>
          <p:nvPr>
            <p:ph type="dt" sz="half" idx="10"/>
          </p:nvPr>
        </p:nvSpPr>
        <p:spPr/>
        <p:txBody>
          <a:bodyPr/>
          <a:lstStyle/>
          <a:p>
            <a:fld id="{E80C50CD-E178-4744-9B35-B2F624D6C5E9}" type="datetimeFigureOut">
              <a:rPr lang="en-US" smtClean="0"/>
              <a:t>5/14/2025</a:t>
            </a:fld>
            <a:endParaRPr lang="en-US"/>
          </a:p>
        </p:txBody>
      </p:sp>
      <p:sp>
        <p:nvSpPr>
          <p:cNvPr id="5" name="Footer Placeholder 4">
            <a:extLst>
              <a:ext uri="{FF2B5EF4-FFF2-40B4-BE49-F238E27FC236}">
                <a16:creationId xmlns:a16="http://schemas.microsoft.com/office/drawing/2014/main" id="{04AE594A-52F5-D85E-343C-ADFEE3C72E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7D5C9C-B2E2-FC26-E459-9E880EF975B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8010032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9D51F-B2D5-2804-4F7C-C99850FBD05B}"/>
              </a:ext>
            </a:extLst>
          </p:cNvPr>
          <p:cNvSpPr>
            <a:spLocks noGrp="1"/>
          </p:cNvSpPr>
          <p:nvPr>
            <p:ph type="title"/>
          </p:nvPr>
        </p:nvSpPr>
        <p:spPr>
          <a:xfrm>
            <a:off x="521208" y="978408"/>
            <a:ext cx="5020056" cy="4288536"/>
          </a:xfrm>
        </p:spPr>
        <p:txBody>
          <a:bodyPr anchor="t">
            <a:normAutofit/>
          </a:bodyPr>
          <a:lstStyle>
            <a:lvl1pPr>
              <a:defRPr sz="5400"/>
            </a:lvl1pPr>
          </a:lstStyle>
          <a:p>
            <a:r>
              <a:rPr lang="en-US" dirty="0"/>
              <a:t>Click to edit Master title style</a:t>
            </a:r>
          </a:p>
        </p:txBody>
      </p:sp>
      <p:sp>
        <p:nvSpPr>
          <p:cNvPr id="3" name="Text Placeholder 2">
            <a:extLst>
              <a:ext uri="{FF2B5EF4-FFF2-40B4-BE49-F238E27FC236}">
                <a16:creationId xmlns:a16="http://schemas.microsoft.com/office/drawing/2014/main" id="{15FE5516-03B6-C488-EB4A-68AE681EDFB8}"/>
              </a:ext>
            </a:extLst>
          </p:cNvPr>
          <p:cNvSpPr>
            <a:spLocks noGrp="1"/>
          </p:cNvSpPr>
          <p:nvPr>
            <p:ph type="body" idx="1"/>
          </p:nvPr>
        </p:nvSpPr>
        <p:spPr>
          <a:xfrm>
            <a:off x="521208" y="5266944"/>
            <a:ext cx="5020056" cy="1088136"/>
          </a:xfrm>
        </p:spPr>
        <p:txBody>
          <a:bodyPr anchor="b">
            <a:normAutofit/>
          </a:bodyPr>
          <a:lstStyle>
            <a:lvl1pPr marL="0" indent="0">
              <a:buNone/>
              <a:defRPr sz="2200" i="1">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50ECB4D7-49A7-D050-70B9-11A1E2D445D8}"/>
              </a:ext>
            </a:extLst>
          </p:cNvPr>
          <p:cNvSpPr>
            <a:spLocks noGrp="1"/>
          </p:cNvSpPr>
          <p:nvPr>
            <p:ph type="dt" sz="half" idx="10"/>
          </p:nvPr>
        </p:nvSpPr>
        <p:spPr/>
        <p:txBody>
          <a:bodyPr/>
          <a:lstStyle/>
          <a:p>
            <a:fld id="{E80C50CD-E178-4744-9B35-B2F624D6C5E9}" type="datetimeFigureOut">
              <a:rPr lang="en-US" smtClean="0"/>
              <a:t>5/14/2025</a:t>
            </a:fld>
            <a:endParaRPr lang="en-US"/>
          </a:p>
        </p:txBody>
      </p:sp>
      <p:sp>
        <p:nvSpPr>
          <p:cNvPr id="5" name="Footer Placeholder 4">
            <a:extLst>
              <a:ext uri="{FF2B5EF4-FFF2-40B4-BE49-F238E27FC236}">
                <a16:creationId xmlns:a16="http://schemas.microsoft.com/office/drawing/2014/main" id="{8A9A913F-AD00-C1EE-B01A-8590671C01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4FC386-B2AF-6FAD-D053-E22D48CD7285}"/>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4E1E1B67-3BFF-F04B-52F4-7E724FB3B24D}"/>
              </a:ext>
            </a:extLst>
          </p:cNvPr>
          <p:cNvSpPr/>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534089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E3B21-CF4D-1B01-0F4E-D32C1B218B63}"/>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1FB39FF2-6858-B514-B695-58442557D0C1}"/>
              </a:ext>
            </a:extLst>
          </p:cNvPr>
          <p:cNvSpPr>
            <a:spLocks noGrp="1"/>
          </p:cNvSpPr>
          <p:nvPr>
            <p:ph sz="half" idx="1"/>
          </p:nvPr>
        </p:nvSpPr>
        <p:spPr>
          <a:xfrm>
            <a:off x="521208"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A30130-974D-B91D-5B93-EC52AABDB5B0}"/>
              </a:ext>
            </a:extLst>
          </p:cNvPr>
          <p:cNvSpPr>
            <a:spLocks noGrp="1"/>
          </p:cNvSpPr>
          <p:nvPr>
            <p:ph sz="half" idx="2"/>
          </p:nvPr>
        </p:nvSpPr>
        <p:spPr>
          <a:xfrm>
            <a:off x="6519672"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15BED99-6FD7-9C6B-1152-A6E42715BB79}"/>
              </a:ext>
            </a:extLst>
          </p:cNvPr>
          <p:cNvSpPr>
            <a:spLocks noGrp="1"/>
          </p:cNvSpPr>
          <p:nvPr>
            <p:ph type="dt" sz="half" idx="10"/>
          </p:nvPr>
        </p:nvSpPr>
        <p:spPr/>
        <p:txBody>
          <a:bodyPr/>
          <a:lstStyle/>
          <a:p>
            <a:fld id="{E80C50CD-E178-4744-9B35-B2F624D6C5E9}" type="datetimeFigureOut">
              <a:rPr lang="en-US" smtClean="0"/>
              <a:t>5/14/2025</a:t>
            </a:fld>
            <a:endParaRPr lang="en-US"/>
          </a:p>
        </p:txBody>
      </p:sp>
      <p:sp>
        <p:nvSpPr>
          <p:cNvPr id="6" name="Footer Placeholder 5">
            <a:extLst>
              <a:ext uri="{FF2B5EF4-FFF2-40B4-BE49-F238E27FC236}">
                <a16:creationId xmlns:a16="http://schemas.microsoft.com/office/drawing/2014/main" id="{BA253AAC-5967-2565-A715-82D3505ABF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B51313-69FB-E016-3CC1-62CA476ED214}"/>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4752050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DF9D-B849-CE37-97E4-AD37F880677F}"/>
              </a:ext>
            </a:extLst>
          </p:cNvPr>
          <p:cNvSpPr>
            <a:spLocks noGrp="1"/>
          </p:cNvSpPr>
          <p:nvPr>
            <p:ph type="title"/>
          </p:nvPr>
        </p:nvSpPr>
        <p:spPr>
          <a:xfrm>
            <a:off x="521208" y="978408"/>
            <a:ext cx="11164824" cy="1216152"/>
          </a:xfrm>
        </p:spPr>
        <p:txBody>
          <a:bodyPr/>
          <a:lstStyle/>
          <a:p>
            <a:r>
              <a:rPr lang="en-US"/>
              <a:t>Click to edit Master title style</a:t>
            </a:r>
          </a:p>
        </p:txBody>
      </p:sp>
      <p:sp>
        <p:nvSpPr>
          <p:cNvPr id="3" name="Text Placeholder 2">
            <a:extLst>
              <a:ext uri="{FF2B5EF4-FFF2-40B4-BE49-F238E27FC236}">
                <a16:creationId xmlns:a16="http://schemas.microsoft.com/office/drawing/2014/main" id="{79D4C626-4008-960A-E601-6AA9F4BB8D8B}"/>
              </a:ext>
            </a:extLst>
          </p:cNvPr>
          <p:cNvSpPr>
            <a:spLocks noGrp="1"/>
          </p:cNvSpPr>
          <p:nvPr>
            <p:ph type="body" idx="1"/>
          </p:nvPr>
        </p:nvSpPr>
        <p:spPr>
          <a:xfrm>
            <a:off x="521208"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806E8D6C-AC07-ED6B-2EA8-9C40A5AEA748}"/>
              </a:ext>
            </a:extLst>
          </p:cNvPr>
          <p:cNvSpPr>
            <a:spLocks noGrp="1"/>
          </p:cNvSpPr>
          <p:nvPr>
            <p:ph sz="half" idx="2"/>
          </p:nvPr>
        </p:nvSpPr>
        <p:spPr>
          <a:xfrm>
            <a:off x="521208"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3C52617E-C6D9-246B-E7B7-8159DF17C0A3}"/>
              </a:ext>
            </a:extLst>
          </p:cNvPr>
          <p:cNvSpPr>
            <a:spLocks noGrp="1"/>
          </p:cNvSpPr>
          <p:nvPr>
            <p:ph type="body" sz="quarter" idx="3"/>
          </p:nvPr>
        </p:nvSpPr>
        <p:spPr>
          <a:xfrm>
            <a:off x="6519672"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3DBC2094-7EBC-02C5-5AB5-233E63080A9C}"/>
              </a:ext>
            </a:extLst>
          </p:cNvPr>
          <p:cNvSpPr>
            <a:spLocks noGrp="1"/>
          </p:cNvSpPr>
          <p:nvPr>
            <p:ph sz="quarter" idx="4"/>
          </p:nvPr>
        </p:nvSpPr>
        <p:spPr>
          <a:xfrm>
            <a:off x="6519672"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23010BD2-59B4-FD2E-3C5E-C83AE6003985}"/>
              </a:ext>
            </a:extLst>
          </p:cNvPr>
          <p:cNvSpPr>
            <a:spLocks noGrp="1"/>
          </p:cNvSpPr>
          <p:nvPr>
            <p:ph type="dt" sz="half" idx="10"/>
          </p:nvPr>
        </p:nvSpPr>
        <p:spPr/>
        <p:txBody>
          <a:bodyPr/>
          <a:lstStyle/>
          <a:p>
            <a:fld id="{E80C50CD-E178-4744-9B35-B2F624D6C5E9}" type="datetimeFigureOut">
              <a:rPr lang="en-US" smtClean="0"/>
              <a:t>5/14/2025</a:t>
            </a:fld>
            <a:endParaRPr lang="en-US"/>
          </a:p>
        </p:txBody>
      </p:sp>
      <p:sp>
        <p:nvSpPr>
          <p:cNvPr id="8" name="Footer Placeholder 7">
            <a:extLst>
              <a:ext uri="{FF2B5EF4-FFF2-40B4-BE49-F238E27FC236}">
                <a16:creationId xmlns:a16="http://schemas.microsoft.com/office/drawing/2014/main" id="{E72B35C4-A654-7759-BDA0-94D9D1A216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55F4347-2EC0-CA6E-2637-8048456D7ECB}"/>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554674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4716D-52F2-C7FB-83B1-2DA1AD375EAE}"/>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56F4A371-AC27-6A28-32E6-74A28371BF55}"/>
              </a:ext>
            </a:extLst>
          </p:cNvPr>
          <p:cNvSpPr>
            <a:spLocks noGrp="1"/>
          </p:cNvSpPr>
          <p:nvPr>
            <p:ph type="dt" sz="half" idx="10"/>
          </p:nvPr>
        </p:nvSpPr>
        <p:spPr/>
        <p:txBody>
          <a:bodyPr/>
          <a:lstStyle/>
          <a:p>
            <a:fld id="{E80C50CD-E178-4744-9B35-B2F624D6C5E9}" type="datetimeFigureOut">
              <a:rPr lang="en-US" smtClean="0"/>
              <a:t>5/14/2025</a:t>
            </a:fld>
            <a:endParaRPr lang="en-US"/>
          </a:p>
        </p:txBody>
      </p:sp>
      <p:sp>
        <p:nvSpPr>
          <p:cNvPr id="4" name="Footer Placeholder 3">
            <a:extLst>
              <a:ext uri="{FF2B5EF4-FFF2-40B4-BE49-F238E27FC236}">
                <a16:creationId xmlns:a16="http://schemas.microsoft.com/office/drawing/2014/main" id="{D155941A-A24E-885D-E894-0326F4C4004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9D5E5B4-971F-FF6A-1B07-A5C8537055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6933654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9F431F-E6DC-4137-3092-A30A0A3628EC}"/>
              </a:ext>
            </a:extLst>
          </p:cNvPr>
          <p:cNvSpPr>
            <a:spLocks noGrp="1"/>
          </p:cNvSpPr>
          <p:nvPr>
            <p:ph type="dt" sz="half" idx="10"/>
          </p:nvPr>
        </p:nvSpPr>
        <p:spPr/>
        <p:txBody>
          <a:bodyPr/>
          <a:lstStyle/>
          <a:p>
            <a:fld id="{E80C50CD-E178-4744-9B35-B2F624D6C5E9}" type="datetimeFigureOut">
              <a:rPr lang="en-US" smtClean="0"/>
              <a:t>5/14/2025</a:t>
            </a:fld>
            <a:endParaRPr lang="en-US"/>
          </a:p>
        </p:txBody>
      </p:sp>
      <p:sp>
        <p:nvSpPr>
          <p:cNvPr id="3" name="Footer Placeholder 2">
            <a:extLst>
              <a:ext uri="{FF2B5EF4-FFF2-40B4-BE49-F238E27FC236}">
                <a16:creationId xmlns:a16="http://schemas.microsoft.com/office/drawing/2014/main" id="{06AC814B-67B4-C70F-FA51-6205D5E2CB8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1EAA9C9-D895-DD20-1089-EA75EA42895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5636653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50562-884C-9053-70C1-3B72A0B45EA6}"/>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Content Placeholder 2">
            <a:extLst>
              <a:ext uri="{FF2B5EF4-FFF2-40B4-BE49-F238E27FC236}">
                <a16:creationId xmlns:a16="http://schemas.microsoft.com/office/drawing/2014/main" id="{0318F509-68F0-39D5-1A8B-CE246715AE46}"/>
              </a:ext>
            </a:extLst>
          </p:cNvPr>
          <p:cNvSpPr>
            <a:spLocks noGrp="1"/>
          </p:cNvSpPr>
          <p:nvPr>
            <p:ph idx="1"/>
          </p:nvPr>
        </p:nvSpPr>
        <p:spPr>
          <a:xfrm>
            <a:off x="6519672" y="987424"/>
            <a:ext cx="5166360" cy="5358384"/>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F158E37C-27CE-3A84-FC74-BDCCD8A9A3EC}"/>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A95F79-E23E-11D2-40BF-66ED340195DB}"/>
              </a:ext>
            </a:extLst>
          </p:cNvPr>
          <p:cNvSpPr>
            <a:spLocks noGrp="1"/>
          </p:cNvSpPr>
          <p:nvPr>
            <p:ph type="dt" sz="half" idx="10"/>
          </p:nvPr>
        </p:nvSpPr>
        <p:spPr/>
        <p:txBody>
          <a:bodyPr/>
          <a:lstStyle/>
          <a:p>
            <a:fld id="{E80C50CD-E178-4744-9B35-B2F624D6C5E9}" type="datetimeFigureOut">
              <a:rPr lang="en-US" smtClean="0"/>
              <a:t>5/14/2025</a:t>
            </a:fld>
            <a:endParaRPr lang="en-US"/>
          </a:p>
        </p:txBody>
      </p:sp>
      <p:sp>
        <p:nvSpPr>
          <p:cNvPr id="6" name="Footer Placeholder 5">
            <a:extLst>
              <a:ext uri="{FF2B5EF4-FFF2-40B4-BE49-F238E27FC236}">
                <a16:creationId xmlns:a16="http://schemas.microsoft.com/office/drawing/2014/main" id="{4457F7FC-06F3-3D89-5D1A-4EC4B1D735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4ACD5-6E0B-5713-DC9A-41E9D62AB1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8654587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B2D45-7CDB-D38C-2AAE-273F797674E1}"/>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Picture Placeholder 2">
            <a:extLst>
              <a:ext uri="{FF2B5EF4-FFF2-40B4-BE49-F238E27FC236}">
                <a16:creationId xmlns:a16="http://schemas.microsoft.com/office/drawing/2014/main" id="{CCBF0855-1744-56E4-B115-3A3C5EA7834B}"/>
              </a:ext>
            </a:extLst>
          </p:cNvPr>
          <p:cNvSpPr>
            <a:spLocks noGrp="1"/>
          </p:cNvSpPr>
          <p:nvPr>
            <p:ph type="pic" idx="1"/>
          </p:nvPr>
        </p:nvSpPr>
        <p:spPr>
          <a:xfrm>
            <a:off x="6519672" y="987424"/>
            <a:ext cx="5166360" cy="535838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85E8A1D-28AE-4A19-BD96-401D4822A53D}"/>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327DDB-CE95-4C89-DFC5-7DDBFC24E89C}"/>
              </a:ext>
            </a:extLst>
          </p:cNvPr>
          <p:cNvSpPr>
            <a:spLocks noGrp="1"/>
          </p:cNvSpPr>
          <p:nvPr>
            <p:ph type="dt" sz="half" idx="10"/>
          </p:nvPr>
        </p:nvSpPr>
        <p:spPr/>
        <p:txBody>
          <a:bodyPr/>
          <a:lstStyle/>
          <a:p>
            <a:fld id="{E80C50CD-E178-4744-9B35-B2F624D6C5E9}" type="datetimeFigureOut">
              <a:rPr lang="en-US" smtClean="0"/>
              <a:t>5/14/2025</a:t>
            </a:fld>
            <a:endParaRPr lang="en-US"/>
          </a:p>
        </p:txBody>
      </p:sp>
      <p:sp>
        <p:nvSpPr>
          <p:cNvPr id="6" name="Footer Placeholder 5">
            <a:extLst>
              <a:ext uri="{FF2B5EF4-FFF2-40B4-BE49-F238E27FC236}">
                <a16:creationId xmlns:a16="http://schemas.microsoft.com/office/drawing/2014/main" id="{0522C835-F3B5-943C-FFC4-D5BA9666AF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709891-6E3C-ADED-01DD-15FCED37AF4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3804139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36771-E72D-FAD8-771E-3E196DD2E1C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B5BB827-257D-60D9-792F-E695900429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E5D2E7-C856-F78A-E88C-375474982A5F}"/>
              </a:ext>
            </a:extLst>
          </p:cNvPr>
          <p:cNvSpPr>
            <a:spLocks noGrp="1"/>
          </p:cNvSpPr>
          <p:nvPr>
            <p:ph type="dt" sz="half" idx="10"/>
          </p:nvPr>
        </p:nvSpPr>
        <p:spPr/>
        <p:txBody>
          <a:bodyPr/>
          <a:lstStyle/>
          <a:p>
            <a:fld id="{E80C50CD-E178-4744-9B35-B2F624D6C5E9}" type="datetimeFigureOut">
              <a:rPr lang="en-US" smtClean="0"/>
              <a:t>5/14/2025</a:t>
            </a:fld>
            <a:endParaRPr lang="en-US"/>
          </a:p>
        </p:txBody>
      </p:sp>
      <p:sp>
        <p:nvSpPr>
          <p:cNvPr id="5" name="Footer Placeholder 4">
            <a:extLst>
              <a:ext uri="{FF2B5EF4-FFF2-40B4-BE49-F238E27FC236}">
                <a16:creationId xmlns:a16="http://schemas.microsoft.com/office/drawing/2014/main" id="{0FDAB289-9591-51C9-9E3C-B6F2ACC6A6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FE037C-790D-7442-8E43-D2740B3952B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9027772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2635151-A38B-3766-6A32-FF1DF7687D9F}"/>
              </a:ext>
            </a:extLst>
          </p:cNvPr>
          <p:cNvSpPr>
            <a:spLocks noGrp="1"/>
          </p:cNvSpPr>
          <p:nvPr>
            <p:ph type="title" orient="vert"/>
          </p:nvPr>
        </p:nvSpPr>
        <p:spPr>
          <a:xfrm>
            <a:off x="8659368" y="978408"/>
            <a:ext cx="2551176" cy="5367528"/>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33D132D1-640C-FB9A-AD6F-D845738349F6}"/>
              </a:ext>
            </a:extLst>
          </p:cNvPr>
          <p:cNvSpPr>
            <a:spLocks noGrp="1"/>
          </p:cNvSpPr>
          <p:nvPr>
            <p:ph type="body" orient="vert" idx="1"/>
          </p:nvPr>
        </p:nvSpPr>
        <p:spPr>
          <a:xfrm>
            <a:off x="521208" y="978408"/>
            <a:ext cx="8010144" cy="536752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955F80A-4BA7-8ED8-9A62-B92194272620}"/>
              </a:ext>
            </a:extLst>
          </p:cNvPr>
          <p:cNvSpPr>
            <a:spLocks noGrp="1"/>
          </p:cNvSpPr>
          <p:nvPr>
            <p:ph type="dt" sz="half" idx="10"/>
          </p:nvPr>
        </p:nvSpPr>
        <p:spPr/>
        <p:txBody>
          <a:bodyPr/>
          <a:lstStyle/>
          <a:p>
            <a:fld id="{E80C50CD-E178-4744-9B35-B2F624D6C5E9}" type="datetimeFigureOut">
              <a:rPr lang="en-US" smtClean="0"/>
              <a:t>5/14/2025</a:t>
            </a:fld>
            <a:endParaRPr lang="en-US"/>
          </a:p>
        </p:txBody>
      </p:sp>
      <p:sp>
        <p:nvSpPr>
          <p:cNvPr id="5" name="Footer Placeholder 4">
            <a:extLst>
              <a:ext uri="{FF2B5EF4-FFF2-40B4-BE49-F238E27FC236}">
                <a16:creationId xmlns:a16="http://schemas.microsoft.com/office/drawing/2014/main" id="{85E38113-D55A-A1A0-D1FE-53C95860FB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919DDB-F89D-4B2D-21A2-82AF1D1023E4}"/>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262572D8-D485-1DB1-34B1-C35C61C89940}"/>
              </a:ext>
            </a:extLst>
          </p:cNvPr>
          <p:cNvSpPr/>
          <p:nvPr/>
        </p:nvSpPr>
        <p:spPr>
          <a:xfrm rot="5400000">
            <a:off x="8936623" y="3585018"/>
            <a:ext cx="532573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923023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1A28D7-6581-4956-AAE3-9104804DF55B}"/>
              </a:ext>
            </a:extLst>
          </p:cNvPr>
          <p:cNvSpPr>
            <a:spLocks noGrp="1"/>
          </p:cNvSpPr>
          <p:nvPr>
            <p:ph type="title"/>
          </p:nvPr>
        </p:nvSpPr>
        <p:spPr>
          <a:xfrm>
            <a:off x="521208" y="978408"/>
            <a:ext cx="11155680" cy="146304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F3CFCCA4-57A4-08A1-FC45-D2BBA66FABFA}"/>
              </a:ext>
            </a:extLst>
          </p:cNvPr>
          <p:cNvSpPr>
            <a:spLocks noGrp="1"/>
          </p:cNvSpPr>
          <p:nvPr>
            <p:ph type="body" idx="1"/>
          </p:nvPr>
        </p:nvSpPr>
        <p:spPr>
          <a:xfrm>
            <a:off x="521208" y="2578608"/>
            <a:ext cx="11155680" cy="37673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0FAA0F4-2442-8D45-3C3D-1B8F55C8683A}"/>
              </a:ext>
            </a:extLst>
          </p:cNvPr>
          <p:cNvSpPr>
            <a:spLocks noGrp="1"/>
          </p:cNvSpPr>
          <p:nvPr>
            <p:ph type="dt" sz="half" idx="2"/>
          </p:nvPr>
        </p:nvSpPr>
        <p:spPr>
          <a:xfrm>
            <a:off x="521208" y="6419088"/>
            <a:ext cx="2743200" cy="365125"/>
          </a:xfrm>
          <a:prstGeom prst="rect">
            <a:avLst/>
          </a:prstGeom>
        </p:spPr>
        <p:txBody>
          <a:bodyPr vert="horz" lIns="91440" tIns="45720" rIns="91440" bIns="45720" rtlCol="0" anchor="ctr"/>
          <a:lstStyle>
            <a:lvl1pPr algn="l">
              <a:defRPr sz="900">
                <a:solidFill>
                  <a:schemeClr val="tx1"/>
                </a:solidFill>
              </a:defRPr>
            </a:lvl1pPr>
          </a:lstStyle>
          <a:p>
            <a:fld id="{E80C50CD-E178-4744-9B35-B2F624D6C5E9}" type="datetimeFigureOut">
              <a:rPr lang="en-US" smtClean="0"/>
              <a:pPr/>
              <a:t>5/14/2025</a:t>
            </a:fld>
            <a:endParaRPr lang="en-US"/>
          </a:p>
        </p:txBody>
      </p:sp>
      <p:sp>
        <p:nvSpPr>
          <p:cNvPr id="5" name="Footer Placeholder 4">
            <a:extLst>
              <a:ext uri="{FF2B5EF4-FFF2-40B4-BE49-F238E27FC236}">
                <a16:creationId xmlns:a16="http://schemas.microsoft.com/office/drawing/2014/main" id="{9E03785E-FB42-1D54-92AC-D0A61A8FABD4}"/>
              </a:ext>
            </a:extLst>
          </p:cNvPr>
          <p:cNvSpPr>
            <a:spLocks noGrp="1"/>
          </p:cNvSpPr>
          <p:nvPr>
            <p:ph type="ftr" sz="quarter" idx="3"/>
          </p:nvPr>
        </p:nvSpPr>
        <p:spPr>
          <a:xfrm>
            <a:off x="521208" y="100584"/>
            <a:ext cx="4114800" cy="365125"/>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BCC9CF34-1274-DB45-4809-90E5D244A9AE}"/>
              </a:ext>
            </a:extLst>
          </p:cNvPr>
          <p:cNvSpPr>
            <a:spLocks noGrp="1"/>
          </p:cNvSpPr>
          <p:nvPr>
            <p:ph type="sldNum" sz="quarter" idx="4"/>
          </p:nvPr>
        </p:nvSpPr>
        <p:spPr>
          <a:xfrm>
            <a:off x="11457432" y="6419088"/>
            <a:ext cx="640080" cy="365125"/>
          </a:xfrm>
          <a:prstGeom prst="rect">
            <a:avLst/>
          </a:prstGeom>
        </p:spPr>
        <p:txBody>
          <a:bodyPr vert="horz" lIns="91440" tIns="45720" rIns="91440" bIns="45720" rtlCol="0" anchor="ctr"/>
          <a:lstStyle>
            <a:lvl1pPr algn="r">
              <a:defRPr sz="900">
                <a:solidFill>
                  <a:schemeClr val="tx1"/>
                </a:solidFill>
              </a:defRPr>
            </a:lvl1pPr>
          </a:lstStyle>
          <a:p>
            <a:fld id="{148CC95F-0247-41B6-91CF-DC97C76A7088}" type="slidenum">
              <a:rPr lang="en-US" smtClean="0"/>
              <a:pPr/>
              <a:t>‹#›</a:t>
            </a:fld>
            <a:endParaRPr lang="en-US"/>
          </a:p>
        </p:txBody>
      </p:sp>
      <p:sp>
        <p:nvSpPr>
          <p:cNvPr id="7" name="Freeform: Shape 6">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698680494"/>
      </p:ext>
    </p:extLst>
  </p:cSld>
  <p:clrMap bg1="lt1" tx1="dk1" bg2="lt2" tx2="dk2" accent1="accent1" accent2="accent2" accent3="accent3" accent4="accent4" accent5="accent5" accent6="accent6" hlink="hlink" folHlink="folHlink"/>
  <p:sldLayoutIdLst>
    <p:sldLayoutId id="2147483671" r:id="rId1"/>
    <p:sldLayoutId id="2147483670" r:id="rId2"/>
    <p:sldLayoutId id="2147483669" r:id="rId3"/>
    <p:sldLayoutId id="2147483668" r:id="rId4"/>
    <p:sldLayoutId id="2147483667" r:id="rId5"/>
    <p:sldLayoutId id="2147483666" r:id="rId6"/>
    <p:sldLayoutId id="2147483665" r:id="rId7"/>
    <p:sldLayoutId id="2147483664" r:id="rId8"/>
    <p:sldLayoutId id="2147483663" r:id="rId9"/>
    <p:sldLayoutId id="2147483662" r:id="rId10"/>
    <p:sldLayoutId id="2147483661" r:id="rId11"/>
  </p:sldLayoutIdLst>
  <p:txStyles>
    <p:title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8BEC44CD-E290-4D60-A056-5BA05B182A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6" name="Picture 15">
            <a:extLst>
              <a:ext uri="{FF2B5EF4-FFF2-40B4-BE49-F238E27FC236}">
                <a16:creationId xmlns:a16="http://schemas.microsoft.com/office/drawing/2014/main" id="{8B33124B-B932-D346-A696-4B6A38564AFD}"/>
              </a:ext>
            </a:extLst>
          </p:cNvPr>
          <p:cNvPicPr>
            <a:picLocks noChangeAspect="1"/>
          </p:cNvPicPr>
          <p:nvPr/>
        </p:nvPicPr>
        <p:blipFill>
          <a:blip r:embed="rId2">
            <a:alphaModFix amt="40000"/>
          </a:blip>
          <a:srcRect t="25000"/>
          <a:stretch/>
        </p:blipFill>
        <p:spPr>
          <a:xfrm>
            <a:off x="-2" y="-4"/>
            <a:ext cx="12192001" cy="6858001"/>
          </a:xfrm>
          <a:prstGeom prst="rect">
            <a:avLst/>
          </a:prstGeom>
        </p:spPr>
      </p:pic>
      <p:sp>
        <p:nvSpPr>
          <p:cNvPr id="2" name="Title 1">
            <a:extLst>
              <a:ext uri="{FF2B5EF4-FFF2-40B4-BE49-F238E27FC236}">
                <a16:creationId xmlns:a16="http://schemas.microsoft.com/office/drawing/2014/main" id="{6E06A928-3100-07C3-AB8A-11936CD4F5C0}"/>
              </a:ext>
            </a:extLst>
          </p:cNvPr>
          <p:cNvSpPr>
            <a:spLocks noGrp="1"/>
          </p:cNvSpPr>
          <p:nvPr>
            <p:ph type="ctrTitle"/>
          </p:nvPr>
        </p:nvSpPr>
        <p:spPr>
          <a:xfrm>
            <a:off x="517870" y="978408"/>
            <a:ext cx="5021182" cy="2450592"/>
          </a:xfrm>
        </p:spPr>
        <p:txBody>
          <a:bodyPr anchor="t">
            <a:normAutofit fontScale="90000"/>
          </a:bodyPr>
          <a:lstStyle/>
          <a:p>
            <a:r>
              <a:rPr lang="en-US" sz="6000" dirty="0">
                <a:solidFill>
                  <a:srgbClr val="FFFFFF"/>
                </a:solidFill>
              </a:rPr>
              <a:t>OOP Project</a:t>
            </a:r>
            <a:br>
              <a:rPr lang="en-US" sz="6000" dirty="0">
                <a:solidFill>
                  <a:srgbClr val="FFFFFF"/>
                </a:solidFill>
              </a:rPr>
            </a:br>
            <a:r>
              <a:rPr lang="en-US" sz="5300" dirty="0">
                <a:solidFill>
                  <a:srgbClr val="FFFFFF"/>
                </a:solidFill>
              </a:rPr>
              <a:t>Hospital System</a:t>
            </a:r>
            <a:endParaRPr lang="en-US" sz="6000" dirty="0">
              <a:solidFill>
                <a:srgbClr val="FFFFFF"/>
              </a:solidFill>
            </a:endParaRPr>
          </a:p>
        </p:txBody>
      </p:sp>
      <p:sp>
        <p:nvSpPr>
          <p:cNvPr id="3" name="Subtitle 2">
            <a:extLst>
              <a:ext uri="{FF2B5EF4-FFF2-40B4-BE49-F238E27FC236}">
                <a16:creationId xmlns:a16="http://schemas.microsoft.com/office/drawing/2014/main" id="{E5DDD99A-6BDD-6778-18E7-1EF69DDE6A66}"/>
              </a:ext>
            </a:extLst>
          </p:cNvPr>
          <p:cNvSpPr>
            <a:spLocks noGrp="1"/>
          </p:cNvSpPr>
          <p:nvPr>
            <p:ph type="subTitle" idx="1"/>
          </p:nvPr>
        </p:nvSpPr>
        <p:spPr>
          <a:xfrm>
            <a:off x="6652366" y="4017818"/>
            <a:ext cx="5040785" cy="1828799"/>
          </a:xfrm>
        </p:spPr>
        <p:txBody>
          <a:bodyPr anchor="b">
            <a:normAutofit/>
          </a:bodyPr>
          <a:lstStyle/>
          <a:p>
            <a:r>
              <a:rPr lang="en-US" sz="2400" dirty="0">
                <a:solidFill>
                  <a:srgbClr val="FFFFFF"/>
                </a:solidFill>
              </a:rPr>
              <a:t>Name: omar ashraf Mahmoud</a:t>
            </a:r>
          </a:p>
          <a:p>
            <a:r>
              <a:rPr lang="en-US" sz="2400" dirty="0">
                <a:solidFill>
                  <a:srgbClr val="FFFFFF"/>
                </a:solidFill>
              </a:rPr>
              <a:t>Id: 202400725</a:t>
            </a:r>
          </a:p>
        </p:txBody>
      </p:sp>
      <p:sp>
        <p:nvSpPr>
          <p:cNvPr id="17" name="Rectangle 16">
            <a:extLst>
              <a:ext uri="{FF2B5EF4-FFF2-40B4-BE49-F238E27FC236}">
                <a16:creationId xmlns:a16="http://schemas.microsoft.com/office/drawing/2014/main" id="{B2C335F7-F61C-4EB4-80F2-4B1438FE6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F1189494-2B67-46D2-93D6-A122A09BF6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62168" y="6209925"/>
            <a:ext cx="5021183" cy="4571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50695119"/>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lumMod val="65000"/>
              </a:schemeClr>
            </a:gs>
            <a:gs pos="32000">
              <a:schemeClr val="accent4">
                <a:lumMod val="50000"/>
              </a:schemeClr>
            </a:gs>
            <a:gs pos="77000">
              <a:srgbClr val="7030A0"/>
            </a:gs>
          </a:gsLst>
          <a:lin ang="13500000" scaled="1"/>
          <a:tileRect/>
        </a:gra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6FC950C-6A24-BEF4-8B6A-6629041CCDC8}"/>
              </a:ext>
            </a:extLst>
          </p:cNvPr>
          <p:cNvSpPr txBox="1"/>
          <p:nvPr/>
        </p:nvSpPr>
        <p:spPr>
          <a:xfrm>
            <a:off x="570258" y="864291"/>
            <a:ext cx="11447814" cy="584775"/>
          </a:xfrm>
          <a:prstGeom prst="rect">
            <a:avLst/>
          </a:prstGeom>
          <a:noFill/>
        </p:spPr>
        <p:txBody>
          <a:bodyPr wrap="none" rtlCol="0">
            <a:spAutoFit/>
          </a:bodyPr>
          <a:lstStyle/>
          <a:p>
            <a:r>
              <a:rPr lang="en-US" sz="3200" dirty="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rPr>
              <a:t>When you first launch the app you will be greeted with this window</a:t>
            </a:r>
          </a:p>
        </p:txBody>
      </p:sp>
      <p:pic>
        <p:nvPicPr>
          <p:cNvPr id="6" name="Picture 5" descr="A screenshot of a computer&#10;&#10;AI-generated content may be incorrect.">
            <a:extLst>
              <a:ext uri="{FF2B5EF4-FFF2-40B4-BE49-F238E27FC236}">
                <a16:creationId xmlns:a16="http://schemas.microsoft.com/office/drawing/2014/main" id="{96EECB9A-1CE9-1465-59F5-2A8133838A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12605" y="1683410"/>
            <a:ext cx="8763119" cy="4935640"/>
          </a:xfrm>
          <a:prstGeom prst="rect">
            <a:avLst/>
          </a:prstGeom>
        </p:spPr>
      </p:pic>
    </p:spTree>
    <p:extLst>
      <p:ext uri="{BB962C8B-B14F-4D97-AF65-F5344CB8AC3E}">
        <p14:creationId xmlns:p14="http://schemas.microsoft.com/office/powerpoint/2010/main" val="26234024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lumMod val="65000"/>
              </a:schemeClr>
            </a:gs>
            <a:gs pos="32000">
              <a:schemeClr val="accent4">
                <a:lumMod val="50000"/>
              </a:schemeClr>
            </a:gs>
            <a:gs pos="77000">
              <a:srgbClr val="7030A0"/>
            </a:gs>
          </a:gsLst>
          <a:lin ang="13500000" scaled="1"/>
          <a:tileRect/>
        </a:gradFill>
        <a:effectLst/>
      </p:bgPr>
    </p:bg>
    <p:spTree>
      <p:nvGrpSpPr>
        <p:cNvPr id="1" name="">
          <a:extLst>
            <a:ext uri="{FF2B5EF4-FFF2-40B4-BE49-F238E27FC236}">
              <a16:creationId xmlns:a16="http://schemas.microsoft.com/office/drawing/2014/main" id="{24F9A5D8-7237-B28A-6A46-41251805D2E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0F2E566-3B0C-88B6-46AA-D241441A6365}"/>
              </a:ext>
            </a:extLst>
          </p:cNvPr>
          <p:cNvSpPr txBox="1"/>
          <p:nvPr/>
        </p:nvSpPr>
        <p:spPr>
          <a:xfrm>
            <a:off x="550380" y="516422"/>
            <a:ext cx="11346759" cy="1077218"/>
          </a:xfrm>
          <a:prstGeom prst="rect">
            <a:avLst/>
          </a:prstGeom>
          <a:noFill/>
        </p:spPr>
        <p:txBody>
          <a:bodyPr wrap="square" rtlCol="0">
            <a:spAutoFit/>
          </a:bodyPr>
          <a:lstStyle/>
          <a:p>
            <a:r>
              <a:rPr lang="en-US" sz="3200" dirty="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rPr>
              <a:t>Since you are a first time you can register for yourself by writing your info and role</a:t>
            </a:r>
          </a:p>
        </p:txBody>
      </p:sp>
      <p:pic>
        <p:nvPicPr>
          <p:cNvPr id="6" name="Picture 5">
            <a:extLst>
              <a:ext uri="{FF2B5EF4-FFF2-40B4-BE49-F238E27FC236}">
                <a16:creationId xmlns:a16="http://schemas.microsoft.com/office/drawing/2014/main" id="{C2655B4B-463A-96BE-A66F-23E6E8CA238A}"/>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912605" y="1683410"/>
            <a:ext cx="8763118" cy="4935640"/>
          </a:xfrm>
          <a:prstGeom prst="rect">
            <a:avLst/>
          </a:prstGeom>
        </p:spPr>
      </p:pic>
    </p:spTree>
    <p:extLst>
      <p:ext uri="{BB962C8B-B14F-4D97-AF65-F5344CB8AC3E}">
        <p14:creationId xmlns:p14="http://schemas.microsoft.com/office/powerpoint/2010/main" val="40649510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lumMod val="65000"/>
              </a:schemeClr>
            </a:gs>
            <a:gs pos="32000">
              <a:schemeClr val="accent4">
                <a:lumMod val="50000"/>
              </a:schemeClr>
            </a:gs>
            <a:gs pos="77000">
              <a:srgbClr val="7030A0"/>
            </a:gs>
          </a:gsLst>
          <a:lin ang="13500000" scaled="1"/>
          <a:tileRect/>
        </a:gradFill>
        <a:effectLst/>
      </p:bgPr>
    </p:bg>
    <p:spTree>
      <p:nvGrpSpPr>
        <p:cNvPr id="1" name="">
          <a:extLst>
            <a:ext uri="{FF2B5EF4-FFF2-40B4-BE49-F238E27FC236}">
              <a16:creationId xmlns:a16="http://schemas.microsoft.com/office/drawing/2014/main" id="{5B97DAFA-6164-0DB7-C8A1-EEE9725A271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CE2E02E-3C22-E59F-D1AE-3B94EBA8AA5E}"/>
              </a:ext>
            </a:extLst>
          </p:cNvPr>
          <p:cNvSpPr txBox="1"/>
          <p:nvPr/>
        </p:nvSpPr>
        <p:spPr>
          <a:xfrm>
            <a:off x="550380" y="516422"/>
            <a:ext cx="11346759" cy="2554545"/>
          </a:xfrm>
          <a:prstGeom prst="rect">
            <a:avLst/>
          </a:prstGeom>
          <a:noFill/>
        </p:spPr>
        <p:txBody>
          <a:bodyPr wrap="square" rtlCol="0">
            <a:spAutoFit/>
          </a:bodyPr>
          <a:lstStyle/>
          <a:p>
            <a:r>
              <a:rPr lang="en-US" sz="3200" dirty="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rPr>
              <a:t>When you type your name and password at login, it will automatically open up the correct window for you.</a:t>
            </a:r>
          </a:p>
          <a:p>
            <a:r>
              <a:rPr lang="en-US" sz="3200" dirty="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rPr>
              <a:t>As this your opening up the doctor window you will have to choose your specialty and your starting time of job and ending time.</a:t>
            </a:r>
          </a:p>
          <a:p>
            <a:r>
              <a:rPr lang="en-US" sz="3200" dirty="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rPr>
              <a:t>And when you open the window it will show </a:t>
            </a:r>
            <a:r>
              <a:rPr lang="en-US" sz="320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rPr>
              <a:t>you those options.</a:t>
            </a:r>
            <a:endParaRPr lang="en-US" sz="3200" dirty="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endParaRPr>
          </a:p>
        </p:txBody>
      </p:sp>
      <p:pic>
        <p:nvPicPr>
          <p:cNvPr id="6" name="Picture 5">
            <a:extLst>
              <a:ext uri="{FF2B5EF4-FFF2-40B4-BE49-F238E27FC236}">
                <a16:creationId xmlns:a16="http://schemas.microsoft.com/office/drawing/2014/main" id="{E4837AF9-1A9D-D1E8-E98C-48D4A8CB9F88}"/>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456582" y="3323452"/>
            <a:ext cx="6275511" cy="3534548"/>
          </a:xfrm>
          <a:prstGeom prst="rect">
            <a:avLst/>
          </a:prstGeom>
        </p:spPr>
      </p:pic>
    </p:spTree>
    <p:extLst>
      <p:ext uri="{BB962C8B-B14F-4D97-AF65-F5344CB8AC3E}">
        <p14:creationId xmlns:p14="http://schemas.microsoft.com/office/powerpoint/2010/main" val="62603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lumMod val="65000"/>
              </a:schemeClr>
            </a:gs>
            <a:gs pos="32000">
              <a:schemeClr val="accent4">
                <a:lumMod val="50000"/>
              </a:schemeClr>
            </a:gs>
            <a:gs pos="77000">
              <a:srgbClr val="7030A0"/>
            </a:gs>
          </a:gsLst>
          <a:lin ang="13500000" scaled="1"/>
          <a:tileRect/>
        </a:gradFill>
        <a:effectLst/>
      </p:bgPr>
    </p:bg>
    <p:spTree>
      <p:nvGrpSpPr>
        <p:cNvPr id="1" name="">
          <a:extLst>
            <a:ext uri="{FF2B5EF4-FFF2-40B4-BE49-F238E27FC236}">
              <a16:creationId xmlns:a16="http://schemas.microsoft.com/office/drawing/2014/main" id="{AA78812E-8810-8741-1E22-D5C7BF8CFEE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C78ACF4-4CCA-834B-5EFD-3956966D46E7}"/>
              </a:ext>
            </a:extLst>
          </p:cNvPr>
          <p:cNvSpPr txBox="1"/>
          <p:nvPr/>
        </p:nvSpPr>
        <p:spPr>
          <a:xfrm>
            <a:off x="550380" y="516422"/>
            <a:ext cx="11346759" cy="1569660"/>
          </a:xfrm>
          <a:prstGeom prst="rect">
            <a:avLst/>
          </a:prstGeom>
          <a:noFill/>
        </p:spPr>
        <p:txBody>
          <a:bodyPr wrap="square" rtlCol="0">
            <a:spAutoFit/>
          </a:bodyPr>
          <a:lstStyle/>
          <a:p>
            <a:r>
              <a:rPr lang="en-US" sz="3200" dirty="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rPr>
              <a:t>First Option which is viewing your schedule and people assigned to you, and you can remove times if you needed, and will return invalid index if no one is in that time</a:t>
            </a:r>
          </a:p>
        </p:txBody>
      </p:sp>
      <p:pic>
        <p:nvPicPr>
          <p:cNvPr id="6" name="Picture 5">
            <a:extLst>
              <a:ext uri="{FF2B5EF4-FFF2-40B4-BE49-F238E27FC236}">
                <a16:creationId xmlns:a16="http://schemas.microsoft.com/office/drawing/2014/main" id="{2856CBFF-C6A3-AFB6-DF89-5C0847FA6CA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714441" y="2002588"/>
            <a:ext cx="8763118" cy="4935639"/>
          </a:xfrm>
          <a:prstGeom prst="rect">
            <a:avLst/>
          </a:prstGeom>
        </p:spPr>
      </p:pic>
    </p:spTree>
    <p:extLst>
      <p:ext uri="{BB962C8B-B14F-4D97-AF65-F5344CB8AC3E}">
        <p14:creationId xmlns:p14="http://schemas.microsoft.com/office/powerpoint/2010/main" val="1431706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lumMod val="65000"/>
              </a:schemeClr>
            </a:gs>
            <a:gs pos="32000">
              <a:schemeClr val="accent4">
                <a:lumMod val="50000"/>
              </a:schemeClr>
            </a:gs>
            <a:gs pos="77000">
              <a:srgbClr val="7030A0"/>
            </a:gs>
          </a:gsLst>
          <a:lin ang="13500000" scaled="1"/>
          <a:tileRect/>
        </a:gradFill>
        <a:effectLst/>
      </p:bgPr>
    </p:bg>
    <p:spTree>
      <p:nvGrpSpPr>
        <p:cNvPr id="1" name="">
          <a:extLst>
            <a:ext uri="{FF2B5EF4-FFF2-40B4-BE49-F238E27FC236}">
              <a16:creationId xmlns:a16="http://schemas.microsoft.com/office/drawing/2014/main" id="{B4BA28C0-B984-B406-B5CF-1924162828F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7A841E9-4956-5585-936B-A99E420948FE}"/>
              </a:ext>
            </a:extLst>
          </p:cNvPr>
          <p:cNvSpPr txBox="1"/>
          <p:nvPr/>
        </p:nvSpPr>
        <p:spPr>
          <a:xfrm>
            <a:off x="550380" y="516422"/>
            <a:ext cx="11346759" cy="1569660"/>
          </a:xfrm>
          <a:prstGeom prst="rect">
            <a:avLst/>
          </a:prstGeom>
          <a:noFill/>
        </p:spPr>
        <p:txBody>
          <a:bodyPr wrap="square" rtlCol="0">
            <a:spAutoFit/>
          </a:bodyPr>
          <a:lstStyle/>
          <a:p>
            <a:r>
              <a:rPr lang="en-US" sz="3200" dirty="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rPr>
              <a:t>You also have the option to edit your profile as well, by typing the new name, specialty, and new times, and view them in other options</a:t>
            </a:r>
          </a:p>
        </p:txBody>
      </p:sp>
      <p:pic>
        <p:nvPicPr>
          <p:cNvPr id="6" name="Picture 5">
            <a:extLst>
              <a:ext uri="{FF2B5EF4-FFF2-40B4-BE49-F238E27FC236}">
                <a16:creationId xmlns:a16="http://schemas.microsoft.com/office/drawing/2014/main" id="{4A153E5D-AC94-380A-B440-A35B2DA094C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714442" y="2002588"/>
            <a:ext cx="8763116" cy="4935639"/>
          </a:xfrm>
          <a:prstGeom prst="rect">
            <a:avLst/>
          </a:prstGeom>
        </p:spPr>
      </p:pic>
    </p:spTree>
    <p:extLst>
      <p:ext uri="{BB962C8B-B14F-4D97-AF65-F5344CB8AC3E}">
        <p14:creationId xmlns:p14="http://schemas.microsoft.com/office/powerpoint/2010/main" val="32066159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lumMod val="65000"/>
              </a:schemeClr>
            </a:gs>
            <a:gs pos="32000">
              <a:schemeClr val="accent4">
                <a:lumMod val="50000"/>
              </a:schemeClr>
            </a:gs>
            <a:gs pos="77000">
              <a:srgbClr val="7030A0"/>
            </a:gs>
          </a:gsLst>
          <a:lin ang="13500000" scaled="1"/>
          <a:tileRect/>
        </a:gradFill>
        <a:effectLst/>
      </p:bgPr>
    </p:bg>
    <p:spTree>
      <p:nvGrpSpPr>
        <p:cNvPr id="1" name="">
          <a:extLst>
            <a:ext uri="{FF2B5EF4-FFF2-40B4-BE49-F238E27FC236}">
              <a16:creationId xmlns:a16="http://schemas.microsoft.com/office/drawing/2014/main" id="{C00C37E6-D831-46C1-EAD3-CEE0F5C85F8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20A4378-4D1F-4B5D-5E1B-E9F2F52431D6}"/>
              </a:ext>
            </a:extLst>
          </p:cNvPr>
          <p:cNvSpPr txBox="1"/>
          <p:nvPr/>
        </p:nvSpPr>
        <p:spPr>
          <a:xfrm>
            <a:off x="550380" y="516422"/>
            <a:ext cx="11346759" cy="1569660"/>
          </a:xfrm>
          <a:prstGeom prst="rect">
            <a:avLst/>
          </a:prstGeom>
          <a:noFill/>
        </p:spPr>
        <p:txBody>
          <a:bodyPr wrap="square" rtlCol="0">
            <a:spAutoFit/>
          </a:bodyPr>
          <a:lstStyle/>
          <a:p>
            <a:r>
              <a:rPr lang="en-US" sz="3200" dirty="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rPr>
              <a:t>When choose to add prescription it will display all the patients that requested to see you and then you can type out what illness they have, and save it in their file.</a:t>
            </a:r>
          </a:p>
        </p:txBody>
      </p:sp>
      <p:pic>
        <p:nvPicPr>
          <p:cNvPr id="6" name="Picture 5">
            <a:extLst>
              <a:ext uri="{FF2B5EF4-FFF2-40B4-BE49-F238E27FC236}">
                <a16:creationId xmlns:a16="http://schemas.microsoft.com/office/drawing/2014/main" id="{97004C22-7D6D-815B-16CE-776ED6643845}"/>
              </a:ext>
            </a:extLst>
          </p:cNvPr>
          <p:cNvPicPr>
            <a:picLocks noChangeAspect="1"/>
          </p:cNvPicPr>
          <p:nvPr/>
        </p:nvPicPr>
        <p:blipFill>
          <a:blip r:embed="rId2">
            <a:extLst>
              <a:ext uri="{28A0092B-C50C-407E-A947-70E740481C1C}">
                <a14:useLocalDpi xmlns:a14="http://schemas.microsoft.com/office/drawing/2010/main" val="0"/>
              </a:ext>
            </a:extLst>
          </a:blip>
          <a:srcRect t="21821" r="10001" b="33785"/>
          <a:stretch/>
        </p:blipFill>
        <p:spPr>
          <a:xfrm>
            <a:off x="2280380" y="2984740"/>
            <a:ext cx="7886758" cy="2191109"/>
          </a:xfrm>
          <a:prstGeom prst="rect">
            <a:avLst/>
          </a:prstGeom>
        </p:spPr>
      </p:pic>
    </p:spTree>
    <p:extLst>
      <p:ext uri="{BB962C8B-B14F-4D97-AF65-F5344CB8AC3E}">
        <p14:creationId xmlns:p14="http://schemas.microsoft.com/office/powerpoint/2010/main" val="29963813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lumMod val="65000"/>
              </a:schemeClr>
            </a:gs>
            <a:gs pos="32000">
              <a:schemeClr val="accent4">
                <a:lumMod val="50000"/>
              </a:schemeClr>
            </a:gs>
            <a:gs pos="77000">
              <a:srgbClr val="7030A0"/>
            </a:gs>
          </a:gsLst>
          <a:lin ang="13500000" scaled="1"/>
          <a:tileRect/>
        </a:gradFill>
        <a:effectLst/>
      </p:bgPr>
    </p:bg>
    <p:spTree>
      <p:nvGrpSpPr>
        <p:cNvPr id="1" name="">
          <a:extLst>
            <a:ext uri="{FF2B5EF4-FFF2-40B4-BE49-F238E27FC236}">
              <a16:creationId xmlns:a16="http://schemas.microsoft.com/office/drawing/2014/main" id="{2414E4B9-D342-425A-05CA-B09F651A398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EBF1D0B-4F6A-755F-741B-648CF7C4E7D6}"/>
              </a:ext>
            </a:extLst>
          </p:cNvPr>
          <p:cNvSpPr txBox="1"/>
          <p:nvPr/>
        </p:nvSpPr>
        <p:spPr>
          <a:xfrm>
            <a:off x="550380" y="516422"/>
            <a:ext cx="11346759" cy="1077218"/>
          </a:xfrm>
          <a:prstGeom prst="rect">
            <a:avLst/>
          </a:prstGeom>
          <a:noFill/>
        </p:spPr>
        <p:txBody>
          <a:bodyPr wrap="square" rtlCol="0">
            <a:spAutoFit/>
          </a:bodyPr>
          <a:lstStyle/>
          <a:p>
            <a:r>
              <a:rPr lang="en-US" sz="3200" dirty="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rPr>
              <a:t>After Finishing you can exit and it will save your info in a file successfully to log in with something else.</a:t>
            </a:r>
          </a:p>
        </p:txBody>
      </p:sp>
      <p:pic>
        <p:nvPicPr>
          <p:cNvPr id="6" name="Picture 5">
            <a:extLst>
              <a:ext uri="{FF2B5EF4-FFF2-40B4-BE49-F238E27FC236}">
                <a16:creationId xmlns:a16="http://schemas.microsoft.com/office/drawing/2014/main" id="{9CCD461C-8003-C4AD-1352-7C5D5A0B29CB}"/>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714442" y="2002588"/>
            <a:ext cx="8763116" cy="4935638"/>
          </a:xfrm>
          <a:prstGeom prst="rect">
            <a:avLst/>
          </a:prstGeom>
        </p:spPr>
      </p:pic>
    </p:spTree>
    <p:extLst>
      <p:ext uri="{BB962C8B-B14F-4D97-AF65-F5344CB8AC3E}">
        <p14:creationId xmlns:p14="http://schemas.microsoft.com/office/powerpoint/2010/main" val="36842079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lumMod val="65000"/>
              </a:schemeClr>
            </a:gs>
            <a:gs pos="32000">
              <a:schemeClr val="accent4">
                <a:lumMod val="50000"/>
              </a:schemeClr>
            </a:gs>
            <a:gs pos="77000">
              <a:srgbClr val="7030A0"/>
            </a:gs>
          </a:gsLst>
          <a:lin ang="13500000" scaled="1"/>
          <a:tileRect/>
        </a:gradFill>
        <a:effectLst/>
      </p:bgPr>
    </p:bg>
    <p:spTree>
      <p:nvGrpSpPr>
        <p:cNvPr id="1" name="">
          <a:extLst>
            <a:ext uri="{FF2B5EF4-FFF2-40B4-BE49-F238E27FC236}">
              <a16:creationId xmlns:a16="http://schemas.microsoft.com/office/drawing/2014/main" id="{6F0BD12E-59AB-135D-E4EB-4CBABCB8D46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2D19EE3-E073-856E-AE6A-0E9D37AAA36A}"/>
              </a:ext>
            </a:extLst>
          </p:cNvPr>
          <p:cNvSpPr txBox="1"/>
          <p:nvPr/>
        </p:nvSpPr>
        <p:spPr>
          <a:xfrm>
            <a:off x="550380" y="516422"/>
            <a:ext cx="11346759" cy="2062103"/>
          </a:xfrm>
          <a:prstGeom prst="rect">
            <a:avLst/>
          </a:prstGeom>
          <a:noFill/>
        </p:spPr>
        <p:txBody>
          <a:bodyPr wrap="square" rtlCol="0">
            <a:spAutoFit/>
          </a:bodyPr>
          <a:lstStyle/>
          <a:p>
            <a:r>
              <a:rPr lang="en-US" sz="3200" dirty="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rPr>
              <a:t>Patient Role:</a:t>
            </a:r>
            <a:br>
              <a:rPr lang="en-US" sz="3200" dirty="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rPr>
            </a:br>
            <a:r>
              <a:rPr lang="en-US" sz="3200" dirty="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rPr>
              <a:t>in patient role you will be greeted with the same update and view info as in the doctor role, but now you can book appointment and check-out.</a:t>
            </a:r>
          </a:p>
        </p:txBody>
      </p:sp>
      <p:pic>
        <p:nvPicPr>
          <p:cNvPr id="6" name="Picture 5">
            <a:extLst>
              <a:ext uri="{FF2B5EF4-FFF2-40B4-BE49-F238E27FC236}">
                <a16:creationId xmlns:a16="http://schemas.microsoft.com/office/drawing/2014/main" id="{6B070A33-01D2-63AA-6FCE-232FF6466F02}"/>
              </a:ext>
            </a:extLst>
          </p:cNvPr>
          <p:cNvPicPr>
            <a:picLocks noChangeAspect="1"/>
          </p:cNvPicPr>
          <p:nvPr/>
        </p:nvPicPr>
        <p:blipFill>
          <a:blip r:embed="rId2">
            <a:extLst>
              <a:ext uri="{28A0092B-C50C-407E-A947-70E740481C1C}">
                <a14:useLocalDpi xmlns:a14="http://schemas.microsoft.com/office/drawing/2010/main" val="0"/>
              </a:ext>
            </a:extLst>
          </a:blip>
          <a:srcRect t="21350" r="29652" b="43365"/>
          <a:stretch/>
        </p:blipFill>
        <p:spPr>
          <a:xfrm>
            <a:off x="3588590" y="3312543"/>
            <a:ext cx="7756029" cy="2191110"/>
          </a:xfrm>
          <a:prstGeom prst="rect">
            <a:avLst/>
          </a:prstGeom>
        </p:spPr>
      </p:pic>
    </p:spTree>
    <p:extLst>
      <p:ext uri="{BB962C8B-B14F-4D97-AF65-F5344CB8AC3E}">
        <p14:creationId xmlns:p14="http://schemas.microsoft.com/office/powerpoint/2010/main" val="11314228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lumMod val="65000"/>
              </a:schemeClr>
            </a:gs>
            <a:gs pos="32000">
              <a:schemeClr val="accent4">
                <a:lumMod val="50000"/>
              </a:schemeClr>
            </a:gs>
            <a:gs pos="77000">
              <a:srgbClr val="7030A0"/>
            </a:gs>
          </a:gsLst>
          <a:lin ang="13500000" scaled="1"/>
          <a:tileRect/>
        </a:gradFill>
        <a:effectLst/>
      </p:bgPr>
    </p:bg>
    <p:spTree>
      <p:nvGrpSpPr>
        <p:cNvPr id="1" name="">
          <a:extLst>
            <a:ext uri="{FF2B5EF4-FFF2-40B4-BE49-F238E27FC236}">
              <a16:creationId xmlns:a16="http://schemas.microsoft.com/office/drawing/2014/main" id="{F5313F29-EA20-2E31-E2F6-3FD7C03713B3}"/>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19D6ADB8-0BAF-B685-C261-151E6B309AD9}"/>
              </a:ext>
            </a:extLst>
          </p:cNvPr>
          <p:cNvPicPr>
            <a:picLocks noChangeAspect="1"/>
          </p:cNvPicPr>
          <p:nvPr/>
        </p:nvPicPr>
        <p:blipFill>
          <a:blip r:embed="rId2">
            <a:extLst>
              <a:ext uri="{28A0092B-C50C-407E-A947-70E740481C1C}">
                <a14:useLocalDpi xmlns:a14="http://schemas.microsoft.com/office/drawing/2010/main" val="0"/>
              </a:ext>
            </a:extLst>
          </a:blip>
          <a:srcRect t="35384" b="19307"/>
          <a:stretch/>
        </p:blipFill>
        <p:spPr>
          <a:xfrm>
            <a:off x="1236827" y="2783828"/>
            <a:ext cx="9718345" cy="2480094"/>
          </a:xfrm>
          <a:prstGeom prst="rect">
            <a:avLst/>
          </a:prstGeom>
        </p:spPr>
      </p:pic>
      <p:sp>
        <p:nvSpPr>
          <p:cNvPr id="2" name="TextBox 1">
            <a:extLst>
              <a:ext uri="{FF2B5EF4-FFF2-40B4-BE49-F238E27FC236}">
                <a16:creationId xmlns:a16="http://schemas.microsoft.com/office/drawing/2014/main" id="{0655FC1C-9ABB-CC4E-B2FE-A6F5BE6D5152}"/>
              </a:ext>
            </a:extLst>
          </p:cNvPr>
          <p:cNvSpPr txBox="1"/>
          <p:nvPr/>
        </p:nvSpPr>
        <p:spPr>
          <a:xfrm>
            <a:off x="550380" y="516422"/>
            <a:ext cx="11346759" cy="1569660"/>
          </a:xfrm>
          <a:prstGeom prst="rect">
            <a:avLst/>
          </a:prstGeom>
          <a:noFill/>
        </p:spPr>
        <p:txBody>
          <a:bodyPr wrap="square" rtlCol="0">
            <a:spAutoFit/>
          </a:bodyPr>
          <a:lstStyle/>
          <a:p>
            <a:r>
              <a:rPr lang="en-US" sz="3200" dirty="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rPr>
              <a:t>Now when you choose to book an appointment, you will choose which doctor specialist you want to meet and you type it, then type the time you want and your request will be sent.</a:t>
            </a:r>
          </a:p>
        </p:txBody>
      </p:sp>
    </p:spTree>
    <p:extLst>
      <p:ext uri="{BB962C8B-B14F-4D97-AF65-F5344CB8AC3E}">
        <p14:creationId xmlns:p14="http://schemas.microsoft.com/office/powerpoint/2010/main" val="23686008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lumMod val="65000"/>
              </a:schemeClr>
            </a:gs>
            <a:gs pos="32000">
              <a:schemeClr val="accent4">
                <a:lumMod val="50000"/>
              </a:schemeClr>
            </a:gs>
            <a:gs pos="77000">
              <a:srgbClr val="7030A0"/>
            </a:gs>
          </a:gsLst>
          <a:lin ang="13500000" scaled="1"/>
          <a:tileRect/>
        </a:gradFill>
        <a:effectLst/>
      </p:bgPr>
    </p:bg>
    <p:spTree>
      <p:nvGrpSpPr>
        <p:cNvPr id="1" name="">
          <a:extLst>
            <a:ext uri="{FF2B5EF4-FFF2-40B4-BE49-F238E27FC236}">
              <a16:creationId xmlns:a16="http://schemas.microsoft.com/office/drawing/2014/main" id="{9EB472B5-FBD1-E8F3-91D6-7C6409553EAF}"/>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2F3EB1F3-9E7D-D1AD-8F8E-40086E624A6B}"/>
              </a:ext>
            </a:extLst>
          </p:cNvPr>
          <p:cNvPicPr>
            <a:picLocks noChangeAspect="1"/>
          </p:cNvPicPr>
          <p:nvPr/>
        </p:nvPicPr>
        <p:blipFill>
          <a:blip r:embed="rId2">
            <a:extLst>
              <a:ext uri="{28A0092B-C50C-407E-A947-70E740481C1C}">
                <a14:useLocalDpi xmlns:a14="http://schemas.microsoft.com/office/drawing/2010/main" val="0"/>
              </a:ext>
            </a:extLst>
          </a:blip>
          <a:srcRect t="64926" r="40426" b="959"/>
          <a:stretch/>
        </p:blipFill>
        <p:spPr>
          <a:xfrm>
            <a:off x="2249933" y="2188544"/>
            <a:ext cx="7692133" cy="2480912"/>
          </a:xfrm>
          <a:prstGeom prst="rect">
            <a:avLst/>
          </a:prstGeom>
        </p:spPr>
      </p:pic>
      <p:sp>
        <p:nvSpPr>
          <p:cNvPr id="2" name="TextBox 1">
            <a:extLst>
              <a:ext uri="{FF2B5EF4-FFF2-40B4-BE49-F238E27FC236}">
                <a16:creationId xmlns:a16="http://schemas.microsoft.com/office/drawing/2014/main" id="{DC8D1C56-3267-DAF9-374C-A89ACC835644}"/>
              </a:ext>
            </a:extLst>
          </p:cNvPr>
          <p:cNvSpPr txBox="1"/>
          <p:nvPr/>
        </p:nvSpPr>
        <p:spPr>
          <a:xfrm>
            <a:off x="550380" y="516422"/>
            <a:ext cx="11346759" cy="1077218"/>
          </a:xfrm>
          <a:prstGeom prst="rect">
            <a:avLst/>
          </a:prstGeom>
          <a:noFill/>
        </p:spPr>
        <p:txBody>
          <a:bodyPr wrap="square" rtlCol="0">
            <a:spAutoFit/>
          </a:bodyPr>
          <a:lstStyle/>
          <a:p>
            <a:r>
              <a:rPr lang="en-US" sz="3200" dirty="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rPr>
              <a:t>You can also cash out after checking with the doctor and it will display your full price.</a:t>
            </a:r>
          </a:p>
        </p:txBody>
      </p:sp>
    </p:spTree>
    <p:extLst>
      <p:ext uri="{BB962C8B-B14F-4D97-AF65-F5344CB8AC3E}">
        <p14:creationId xmlns:p14="http://schemas.microsoft.com/office/powerpoint/2010/main" val="11233093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lumMod val="65000"/>
              </a:schemeClr>
            </a:gs>
            <a:gs pos="32000">
              <a:schemeClr val="accent4">
                <a:lumMod val="50000"/>
              </a:schemeClr>
            </a:gs>
            <a:gs pos="77000">
              <a:srgbClr val="7030A0"/>
            </a:gs>
          </a:gsLst>
          <a:lin ang="13500000" scaled="1"/>
          <a:tileRect/>
        </a:gradFill>
        <a:effectLst/>
      </p:bgPr>
    </p:bg>
    <p:spTree>
      <p:nvGrpSpPr>
        <p:cNvPr id="1" name="">
          <a:extLst>
            <a:ext uri="{FF2B5EF4-FFF2-40B4-BE49-F238E27FC236}">
              <a16:creationId xmlns:a16="http://schemas.microsoft.com/office/drawing/2014/main" id="{566A0500-2F2B-5C3A-E99D-A4B2764B1548}"/>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B6CFB621-9C86-6C61-847D-55B7AAE82916}"/>
              </a:ext>
            </a:extLst>
          </p:cNvPr>
          <p:cNvPicPr>
            <a:picLocks noChangeAspect="1"/>
          </p:cNvPicPr>
          <p:nvPr/>
        </p:nvPicPr>
        <p:blipFill>
          <a:blip r:embed="rId2">
            <a:extLst>
              <a:ext uri="{28A0092B-C50C-407E-A947-70E740481C1C}">
                <a14:useLocalDpi xmlns:a14="http://schemas.microsoft.com/office/drawing/2010/main" val="0"/>
              </a:ext>
            </a:extLst>
          </a:blip>
          <a:srcRect t="16618" r="56298" b="64942"/>
          <a:stretch/>
        </p:blipFill>
        <p:spPr>
          <a:xfrm>
            <a:off x="2126887" y="2885367"/>
            <a:ext cx="7938225" cy="1886552"/>
          </a:xfrm>
          <a:prstGeom prst="rect">
            <a:avLst/>
          </a:prstGeom>
        </p:spPr>
      </p:pic>
      <p:sp>
        <p:nvSpPr>
          <p:cNvPr id="2" name="TextBox 1">
            <a:extLst>
              <a:ext uri="{FF2B5EF4-FFF2-40B4-BE49-F238E27FC236}">
                <a16:creationId xmlns:a16="http://schemas.microsoft.com/office/drawing/2014/main" id="{173D98D2-C60F-8741-8149-747B34A018BF}"/>
              </a:ext>
            </a:extLst>
          </p:cNvPr>
          <p:cNvSpPr txBox="1"/>
          <p:nvPr/>
        </p:nvSpPr>
        <p:spPr>
          <a:xfrm>
            <a:off x="550380" y="516422"/>
            <a:ext cx="11346759" cy="2062103"/>
          </a:xfrm>
          <a:prstGeom prst="rect">
            <a:avLst/>
          </a:prstGeom>
          <a:noFill/>
        </p:spPr>
        <p:txBody>
          <a:bodyPr wrap="square" rtlCol="0">
            <a:spAutoFit/>
          </a:bodyPr>
          <a:lstStyle/>
          <a:p>
            <a:r>
              <a:rPr lang="en-US" sz="3200" dirty="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rPr>
              <a:t>Admin role:</a:t>
            </a:r>
          </a:p>
          <a:p>
            <a:r>
              <a:rPr lang="en-US" sz="3200" dirty="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rPr>
              <a:t>Here you will be greeted with the same </a:t>
            </a:r>
            <a:r>
              <a:rPr lang="en-US" sz="3200" dirty="0" err="1">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rPr>
              <a:t>updateinfo</a:t>
            </a:r>
            <a:r>
              <a:rPr lang="en-US" sz="3200" dirty="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rPr>
              <a:t> and view info as the doctor and patient, but along side remove patient and check for requests</a:t>
            </a:r>
          </a:p>
        </p:txBody>
      </p:sp>
    </p:spTree>
    <p:extLst>
      <p:ext uri="{BB962C8B-B14F-4D97-AF65-F5344CB8AC3E}">
        <p14:creationId xmlns:p14="http://schemas.microsoft.com/office/powerpoint/2010/main" val="32731766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lumMod val="65000"/>
              </a:schemeClr>
            </a:gs>
            <a:gs pos="32000">
              <a:schemeClr val="accent4">
                <a:lumMod val="50000"/>
              </a:schemeClr>
            </a:gs>
            <a:gs pos="77000">
              <a:srgbClr val="7030A0"/>
            </a:gs>
          </a:gsLst>
          <a:lin ang="13500000" scaled="1"/>
          <a:tileRect/>
        </a:gradFill>
        <a:effectLst/>
      </p:bgPr>
    </p:bg>
    <p:spTree>
      <p:nvGrpSpPr>
        <p:cNvPr id="1" name="">
          <a:extLst>
            <a:ext uri="{FF2B5EF4-FFF2-40B4-BE49-F238E27FC236}">
              <a16:creationId xmlns:a16="http://schemas.microsoft.com/office/drawing/2014/main" id="{491CB175-93BE-18F8-FA65-FF83AA491923}"/>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A926BB38-2479-6170-A039-819FFF3016E3}"/>
              </a:ext>
            </a:extLst>
          </p:cNvPr>
          <p:cNvPicPr>
            <a:picLocks noChangeAspect="1"/>
          </p:cNvPicPr>
          <p:nvPr/>
        </p:nvPicPr>
        <p:blipFill>
          <a:blip r:embed="rId2">
            <a:extLst>
              <a:ext uri="{28A0092B-C50C-407E-A947-70E740481C1C}">
                <a14:useLocalDpi xmlns:a14="http://schemas.microsoft.com/office/drawing/2010/main" val="0"/>
              </a:ext>
            </a:extLst>
          </a:blip>
          <a:srcRect t="43829" r="56298" b="37731"/>
          <a:stretch/>
        </p:blipFill>
        <p:spPr>
          <a:xfrm>
            <a:off x="2126887" y="3429000"/>
            <a:ext cx="7938225" cy="1886551"/>
          </a:xfrm>
          <a:prstGeom prst="rect">
            <a:avLst/>
          </a:prstGeom>
        </p:spPr>
      </p:pic>
      <p:sp>
        <p:nvSpPr>
          <p:cNvPr id="2" name="TextBox 1">
            <a:extLst>
              <a:ext uri="{FF2B5EF4-FFF2-40B4-BE49-F238E27FC236}">
                <a16:creationId xmlns:a16="http://schemas.microsoft.com/office/drawing/2014/main" id="{F24BEE01-7802-FA16-6E8C-7D805CBC1E6E}"/>
              </a:ext>
            </a:extLst>
          </p:cNvPr>
          <p:cNvSpPr txBox="1"/>
          <p:nvPr/>
        </p:nvSpPr>
        <p:spPr>
          <a:xfrm>
            <a:off x="550380" y="516422"/>
            <a:ext cx="11346759" cy="1569660"/>
          </a:xfrm>
          <a:prstGeom prst="rect">
            <a:avLst/>
          </a:prstGeom>
          <a:noFill/>
        </p:spPr>
        <p:txBody>
          <a:bodyPr wrap="square" rtlCol="0">
            <a:spAutoFit/>
          </a:bodyPr>
          <a:lstStyle/>
          <a:p>
            <a:r>
              <a:rPr lang="en-US" sz="3200" dirty="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rPr>
              <a:t>In check for requests it checks automatically if there are any requests from the patients and then assigns them with the correct doctor</a:t>
            </a:r>
          </a:p>
        </p:txBody>
      </p:sp>
    </p:spTree>
    <p:extLst>
      <p:ext uri="{BB962C8B-B14F-4D97-AF65-F5344CB8AC3E}">
        <p14:creationId xmlns:p14="http://schemas.microsoft.com/office/powerpoint/2010/main" val="31068606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lumMod val="65000"/>
              </a:schemeClr>
            </a:gs>
            <a:gs pos="32000">
              <a:schemeClr val="accent4">
                <a:lumMod val="50000"/>
              </a:schemeClr>
            </a:gs>
            <a:gs pos="77000">
              <a:srgbClr val="7030A0"/>
            </a:gs>
          </a:gsLst>
          <a:lin ang="13500000" scaled="1"/>
          <a:tileRect/>
        </a:gradFill>
        <a:effectLst/>
      </p:bgPr>
    </p:bg>
    <p:spTree>
      <p:nvGrpSpPr>
        <p:cNvPr id="1" name="">
          <a:extLst>
            <a:ext uri="{FF2B5EF4-FFF2-40B4-BE49-F238E27FC236}">
              <a16:creationId xmlns:a16="http://schemas.microsoft.com/office/drawing/2014/main" id="{AEB3F138-9239-A4BB-2243-33D1C948E41E}"/>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B8E70A6F-7D6F-CEF3-B8E4-F19B0DDCACF6}"/>
              </a:ext>
            </a:extLst>
          </p:cNvPr>
          <p:cNvPicPr>
            <a:picLocks noChangeAspect="1"/>
          </p:cNvPicPr>
          <p:nvPr/>
        </p:nvPicPr>
        <p:blipFill>
          <a:blip r:embed="rId2">
            <a:extLst>
              <a:ext uri="{28A0092B-C50C-407E-A947-70E740481C1C}">
                <a14:useLocalDpi xmlns:a14="http://schemas.microsoft.com/office/drawing/2010/main" val="0"/>
              </a:ext>
            </a:extLst>
          </a:blip>
          <a:srcRect l="106" t="67232" r="56192" b="-349"/>
          <a:stretch/>
        </p:blipFill>
        <p:spPr>
          <a:xfrm>
            <a:off x="2126887" y="2868329"/>
            <a:ext cx="7938225" cy="3388093"/>
          </a:xfrm>
          <a:prstGeom prst="rect">
            <a:avLst/>
          </a:prstGeom>
        </p:spPr>
      </p:pic>
      <p:sp>
        <p:nvSpPr>
          <p:cNvPr id="2" name="TextBox 1">
            <a:extLst>
              <a:ext uri="{FF2B5EF4-FFF2-40B4-BE49-F238E27FC236}">
                <a16:creationId xmlns:a16="http://schemas.microsoft.com/office/drawing/2014/main" id="{DD682299-DC5D-7F78-4E9A-2CA6141DFC80}"/>
              </a:ext>
            </a:extLst>
          </p:cNvPr>
          <p:cNvSpPr txBox="1"/>
          <p:nvPr/>
        </p:nvSpPr>
        <p:spPr>
          <a:xfrm>
            <a:off x="550380" y="516422"/>
            <a:ext cx="11346759" cy="1077218"/>
          </a:xfrm>
          <a:prstGeom prst="rect">
            <a:avLst/>
          </a:prstGeom>
          <a:noFill/>
        </p:spPr>
        <p:txBody>
          <a:bodyPr wrap="square" rtlCol="0">
            <a:spAutoFit/>
          </a:bodyPr>
          <a:lstStyle/>
          <a:p>
            <a:r>
              <a:rPr lang="en-US" sz="3200" dirty="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rPr>
              <a:t>And if you choose to remove a patient it will display all the patients and delete the one you choose</a:t>
            </a:r>
          </a:p>
        </p:txBody>
      </p:sp>
    </p:spTree>
    <p:extLst>
      <p:ext uri="{BB962C8B-B14F-4D97-AF65-F5344CB8AC3E}">
        <p14:creationId xmlns:p14="http://schemas.microsoft.com/office/powerpoint/2010/main" val="32242103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lumMod val="65000"/>
              </a:schemeClr>
            </a:gs>
            <a:gs pos="32000">
              <a:schemeClr val="accent4">
                <a:lumMod val="50000"/>
              </a:schemeClr>
            </a:gs>
            <a:gs pos="77000">
              <a:srgbClr val="7030A0"/>
            </a:gs>
          </a:gsLst>
          <a:lin ang="13500000" scaled="1"/>
          <a:tileRect/>
        </a:gradFill>
        <a:effectLst/>
      </p:bgPr>
    </p:bg>
    <p:spTree>
      <p:nvGrpSpPr>
        <p:cNvPr id="1" name="">
          <a:extLst>
            <a:ext uri="{FF2B5EF4-FFF2-40B4-BE49-F238E27FC236}">
              <a16:creationId xmlns:a16="http://schemas.microsoft.com/office/drawing/2014/main" id="{B67B203E-304A-A838-2128-1CE52D5BE0E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5AC7B50-B6B2-1282-38B8-6C363D017974}"/>
              </a:ext>
            </a:extLst>
          </p:cNvPr>
          <p:cNvSpPr txBox="1"/>
          <p:nvPr/>
        </p:nvSpPr>
        <p:spPr>
          <a:xfrm>
            <a:off x="4180205" y="2875002"/>
            <a:ext cx="3831589" cy="1107996"/>
          </a:xfrm>
          <a:prstGeom prst="rect">
            <a:avLst/>
          </a:prstGeom>
          <a:noFill/>
        </p:spPr>
        <p:txBody>
          <a:bodyPr wrap="square" rtlCol="0">
            <a:spAutoFit/>
          </a:bodyPr>
          <a:lstStyle/>
          <a:p>
            <a:r>
              <a:rPr lang="en-US" sz="6600" dirty="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rPr>
              <a:t>Thank You</a:t>
            </a:r>
          </a:p>
        </p:txBody>
      </p:sp>
    </p:spTree>
    <p:extLst>
      <p:ext uri="{BB962C8B-B14F-4D97-AF65-F5344CB8AC3E}">
        <p14:creationId xmlns:p14="http://schemas.microsoft.com/office/powerpoint/2010/main" val="4152023571"/>
      </p:ext>
    </p:extLst>
  </p:cSld>
  <p:clrMapOvr>
    <a:masterClrMapping/>
  </p:clrMapOvr>
</p:sld>
</file>

<file path=ppt/theme/theme1.xml><?xml version="1.0" encoding="utf-8"?>
<a:theme xmlns:a="http://schemas.openxmlformats.org/drawingml/2006/main" name="GestaltVTI">
  <a:themeElements>
    <a:clrScheme name="Gestalt">
      <a:dk1>
        <a:srgbClr val="000000"/>
      </a:dk1>
      <a:lt1>
        <a:sysClr val="window" lastClr="FFFFFF"/>
      </a:lt1>
      <a:dk2>
        <a:srgbClr val="262626"/>
      </a:dk2>
      <a:lt2>
        <a:srgbClr val="F7F7F7"/>
      </a:lt2>
      <a:accent1>
        <a:srgbClr val="EBA000"/>
      </a:accent1>
      <a:accent2>
        <a:srgbClr val="00BAC8"/>
      </a:accent2>
      <a:accent3>
        <a:srgbClr val="E64823"/>
      </a:accent3>
      <a:accent4>
        <a:srgbClr val="4D5AFF"/>
      </a:accent4>
      <a:accent5>
        <a:srgbClr val="FE5D21"/>
      </a:accent5>
      <a:accent6>
        <a:srgbClr val="00C777"/>
      </a:accent6>
      <a:hlink>
        <a:srgbClr val="2998E3"/>
      </a:hlink>
      <a:folHlink>
        <a:srgbClr val="939393"/>
      </a:folHlink>
    </a:clrScheme>
    <a:fontScheme name="Gestalt">
      <a:majorFont>
        <a:latin typeface="Bierstadt"/>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GestaltVTI" id="{4F87C71D-53D1-4B71-BF97-FD0EA4B25665}" vid="{A110AFC4-8D8A-4C02-8885-7BA370B379B5}"/>
    </a:ext>
  </a:extLst>
</a:theme>
</file>

<file path=docProps/app.xml><?xml version="1.0" encoding="utf-8"?>
<Properties xmlns="http://schemas.openxmlformats.org/officeDocument/2006/extended-properties" xmlns:vt="http://schemas.openxmlformats.org/officeDocument/2006/docPropsVTypes">
  <TotalTime>29</TotalTime>
  <Words>385</Words>
  <Application>Microsoft Office PowerPoint</Application>
  <PresentationFormat>Widescreen</PresentationFormat>
  <Paragraphs>20</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Bierstadt</vt:lpstr>
      <vt:lpstr>Calibri</vt:lpstr>
      <vt:lpstr>GestaltVTI</vt:lpstr>
      <vt:lpstr>OOP Project Hospital System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omar ashraf</dc:creator>
  <cp:lastModifiedBy>omar ashraf</cp:lastModifiedBy>
  <cp:revision>1</cp:revision>
  <dcterms:created xsi:type="dcterms:W3CDTF">2025-05-12T14:02:21Z</dcterms:created>
  <dcterms:modified xsi:type="dcterms:W3CDTF">2025-05-14T11:36:59Z</dcterms:modified>
</cp:coreProperties>
</file>